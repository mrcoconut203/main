
<file path=[Content_Types].xml><?xml version="1.0" encoding="utf-8"?>
<Types xmlns="http://schemas.openxmlformats.org/package/2006/content-types">
  <Default Extension="xml" ContentType="application/xml"/>
  <Default Extension="mp4" ContentType="video/unknown"/>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1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3.xml" ContentType="application/vnd.openxmlformats-officedocument.presentationml.slide+xml"/>
  <Override PartName="/ppt/slides/slide6.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slides/slide4.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slideLayouts/slideLayout1.xml" ContentType="application/vnd.openxmlformats-officedocument.presentationml.slideLayout+xml"/>
  <Override PartName="/ppt/slides/slide5.xml" ContentType="application/vnd.openxmlformats-officedocument.presentationml.slide+xml"/>
  <Override PartName="/ppt/notesSlides/notesSlide2.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notesSlides/notesSlide1.xml" ContentType="application/vnd.openxmlformats-officedocument.presentationml.notesSlide+xml"/>
  <Override PartName="/ppt/slides/slide9.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17"/>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0079365" cy="5669642" type="custom"/>
  <p:notesSz cx="6858000" cy="9144000"/>
  <p:defaultTextStyle>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236" y="-90"/>
      </p:cViewPr>
      <p:guideLst>
        <p:guide pos="2160" orient="horz"/>
        <p:guide pos="2880"/>
      </p:guideLst>
    </p:cSldViewPr>
  </p:slideViewPr>
  <p:notesTextViewPr>
    <p:cViewPr>
      <p:scale>
        <a:sx n="100" d="100"/>
        <a:sy n="100" d="100"/>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notesMaster" Target="notesMasters/notesMaster1.xml"/><Relationship Id="rId18" Type="http://schemas.openxmlformats.org/officeDocument/2006/relationships/presProps" Target="presProps.xml" /><Relationship Id="rId19" Type="http://schemas.openxmlformats.org/officeDocument/2006/relationships/tableStyles" Target="tableStyles.xml" /><Relationship Id="rId20" Type="http://schemas.openxmlformats.org/officeDocument/2006/relationships/viewProps" Target="viewProps.xml" /></Relationships>
</file>

<file path=ppt/handoutMasters/_rels/handoutMaster1.xml.rels><?xml version="1.0" encoding="UTF-8" standalone="yes"?>								<Relationships xmlns="http://schemas.openxmlformats.org/package/2006/relationships">								<Relationship Id="rId1" Type="http://schemas.openxmlformats.org/officeDocument/2006/relationships/theme" Target="../theme/theme0.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noGroup"/>
        <p:cNvGrpSpPr/>
        <p:nvPr/>
      </p:nvGrpSpPr>
      <p:grpSpPr>
        <a:xfrm>
          <a:off x="0" y="0"/>
          <a:ext cx="0" cy="0"/>
          <a:chOff x="0" y="0"/>
          <a:chExt cx="0" cy="0"/>
        </a:xfrm>
      </p:grpSpPr>
    </p:spTree>
  </p:cSld>
  <p:clrMap bg1="lt1" tx1="dk1" bg2="lt2" tx2="dk2" accent1="accent1" accent2="accent2" accent3="accent5" accent4="accent4" accent5="accent5" accent6="accent6" hlink="hlink" folHlink="folHlink"/>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noGroup"/>
        <p:cNvGrpSpPr/>
        <p:nvPr/>
      </p:nvGrpSpPr>
      <p:grpSpPr>
        <a:xfrm>
          <a:off x="0" y="0"/>
          <a:ext cx="0" cy="0"/>
          <a:chOff x="0" y="0"/>
          <a:chExt cx="0" cy="0"/>
        </a:xfrm>
      </p:grpSpPr>
      <p:sp>
        <p:nvSpPr>
          <p:cNvPr id="2" name="ノート プレースホルダー 1"/>
          <p:cNvSpPr txBox="1"/>
          <p:nvPr>
            <p:ph type="body" idx="4294967295"/>
          </p:nvPr>
        </p:nvSpPr>
        <p:spPr>
          <a:xfrm>
            <a:off x="719954" y="4679705"/>
            <a:ext cx="6119614" cy="5039682"/>
          </a:xfrm>
          <a:prstGeom prst="rect">
            <a:avLst/>
          </a:prstGeom>
          <a:noFill/>
          <a:ln>
            <a:noFill/>
          </a:ln>
          <a:effectLst/>
        </p:spPr>
        <p:txBody>
          <a:bodyPr lIns="0" tIns="0" rIns="0" bIns="0" anchor="t">
            <a:spAutoFit/>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noGroup"/>
        <p:cNvGrpSpPr/>
        <p:nvPr/>
      </p:nvGrpSpPr>
      <p:grpSpPr>
        <a:xfrm>
          <a:off x="0" y="0"/>
          <a:ext cx="0" cy="0"/>
          <a:chOff x="0" y="0"/>
          <a:chExt cx="0" cy="0"/>
        </a:xfrm>
      </p:grpSpPr>
      <p:sp>
        <p:nvSpPr>
          <p:cNvPr id="2" name="ノート プレースホルダー 1"/>
          <p:cNvSpPr txBox="1"/>
          <p:nvPr>
            <p:ph type="body" idx="4294967295"/>
          </p:nvPr>
        </p:nvSpPr>
        <p:spPr>
          <a:xfrm>
            <a:off x="719954" y="4679705"/>
            <a:ext cx="6119614" cy="5039682"/>
          </a:xfrm>
          <a:prstGeom prst="rect">
            <a:avLst/>
          </a:prstGeom>
          <a:noFill/>
          <a:ln>
            <a:noFill/>
          </a:ln>
          <a:effectLst/>
        </p:spPr>
        <p:txBody>
          <a:bodyPr lIns="0" tIns="0" rIns="0" bIns="0" anchor="t">
            <a:spAutoFit/>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noGroup"/>
        <p:cNvGrpSpPr/>
        <p:nvPr/>
      </p:nvGrpSpPr>
      <p:grpSpPr>
        <a:xfrm>
          <a:off x="0" y="0"/>
          <a:ext cx="0" cy="0"/>
          <a:chOff x="0" y="0"/>
          <a:chExt cx="0" cy="0"/>
        </a:xfrm>
      </p:grpSpPr>
      <p:sp>
        <p:nvSpPr>
          <p:cNvPr id="2" name="ノート プレースホルダー 1"/>
          <p:cNvSpPr txBox="1"/>
          <p:nvPr>
            <p:ph type="body" idx="4294967295"/>
          </p:nvPr>
        </p:nvSpPr>
        <p:spPr>
          <a:xfrm>
            <a:off x="719954" y="4679705"/>
            <a:ext cx="6119614" cy="5039682"/>
          </a:xfrm>
          <a:prstGeom prst="rect">
            <a:avLst/>
          </a:prstGeom>
          <a:noFill/>
          <a:ln>
            <a:noFill/>
          </a:ln>
          <a:effectLst/>
        </p:spPr>
        <p:txBody>
          <a:bodyPr lIns="0" tIns="0" rIns="0" bIns="0" anchor="t">
            <a:spAutoFit/>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noGroup"/>
        <p:cNvGrpSpPr/>
        <p:nvPr/>
      </p:nvGrpSpPr>
      <p:grpSpPr>
        <a:xfrm>
          <a:off x="0" y="0"/>
          <a:ext cx="0" cy="0"/>
          <a:chOff x="0" y="0"/>
          <a:chExt cx="0" cy="0"/>
        </a:xfrm>
      </p:grpSpPr>
      <p:sp>
        <p:nvSpPr>
          <p:cNvPr id="2" name="ノート プレースホルダー 1"/>
          <p:cNvSpPr txBox="1"/>
          <p:nvPr>
            <p:ph type="body" idx="4294967295"/>
          </p:nvPr>
        </p:nvSpPr>
        <p:spPr>
          <a:xfrm>
            <a:off x="719954" y="4679705"/>
            <a:ext cx="6119614" cy="5039682"/>
          </a:xfrm>
          <a:prstGeom prst="rect">
            <a:avLst/>
          </a:prstGeom>
          <a:noFill/>
          <a:ln>
            <a:noFill/>
          </a:ln>
          <a:effectLst/>
        </p:spPr>
        <p:txBody>
          <a:bodyPr lIns="0" tIns="0" rIns="0" bIns="0" anchor="t">
            <a:spAutoFit/>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noGroup"/>
        <p:cNvGrpSpPr/>
        <p:nvPr/>
      </p:nvGrpSpPr>
      <p:grpSpPr>
        <a:xfrm>
          <a:off x="0" y="0"/>
          <a:ext cx="0" cy="0"/>
          <a:chOff x="0" y="0"/>
          <a:chExt cx="0" cy="0"/>
        </a:xfrm>
      </p:grpSpPr>
      <p:sp>
        <p:nvSpPr>
          <p:cNvPr id="2" name="Notes Placeholder 2"/>
          <p:cNvSpPr txBox="1"/>
          <p:nvPr>
            <p:ph type="body" idx="4294967295"/>
          </p:nvPr>
        </p:nvSpPr>
        <p:spPr>
          <a:xfrm>
            <a:off x="0" y="0"/>
            <a:ext cx="12700" cy="12700"/>
          </a:xfrm>
          <a:prstGeom prst="rect">
            <a:avLst/>
          </a:prstGeom>
          <a:noFill/>
          <a:ln>
            <a:noFill/>
          </a:ln>
          <a:effectLst/>
        </p:spPr>
        <p:txBody>
          <a:bodyPr wrap="none" lIns="0" tIns="0" rIns="0" bIns="0" anchor="t">
            <a:spAutoFit/>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noGroup"/>
        <p:cNvGrpSpPr/>
        <p:nvPr/>
      </p:nvGrpSpPr>
      <p:grpSpPr>
        <a:xfrm>
          <a:off x="0" y="0"/>
          <a:ext cx="0" cy="0"/>
          <a:chOff x="0" y="0"/>
          <a:chExt cx="0" cy="0"/>
        </a:xfrm>
      </p:grpSpPr>
      <p:sp>
        <p:nvSpPr>
          <p:cNvPr id="2" name="Notes Placeholder 2"/>
          <p:cNvSpPr txBox="1"/>
          <p:nvPr>
            <p:ph type="body" idx="4294967295"/>
          </p:nvPr>
        </p:nvSpPr>
        <p:spPr>
          <a:xfrm>
            <a:off x="0" y="0"/>
            <a:ext cx="12700" cy="12700"/>
          </a:xfrm>
          <a:prstGeom prst="rect">
            <a:avLst/>
          </a:prstGeom>
          <a:noFill/>
          <a:ln>
            <a:noFill/>
          </a:ln>
          <a:effectLst/>
        </p:spPr>
        <p:txBody>
          <a:bodyPr wrap="none" lIns="0" tIns="0" rIns="0" bIns="0" anchor="t">
            <a:spAutoFit/>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noGroup"/>
        <p:cNvGrpSpPr/>
        <p:nvPr/>
      </p:nvGrpSpPr>
      <p:grpSpPr>
        <a:xfrm>
          <a:off x="0" y="0"/>
          <a:ext cx="0" cy="0"/>
          <a:chOff x="0" y="0"/>
          <a:chExt cx="0" cy="0"/>
        </a:xfrm>
      </p:grpSpPr>
      <p:sp>
        <p:nvSpPr>
          <p:cNvPr id="2" name="Notes Placeholder 2"/>
          <p:cNvSpPr txBox="1"/>
          <p:nvPr>
            <p:ph type="body" idx="4294967295"/>
          </p:nvPr>
        </p:nvSpPr>
        <p:spPr>
          <a:xfrm>
            <a:off x="0" y="0"/>
            <a:ext cx="12700" cy="12700"/>
          </a:xfrm>
          <a:prstGeom prst="rect">
            <a:avLst/>
          </a:prstGeom>
          <a:noFill/>
          <a:ln>
            <a:noFill/>
          </a:ln>
          <a:effectLst/>
        </p:spPr>
        <p:txBody>
          <a:bodyPr wrap="none" lIns="0" tIns="0" rIns="0" bIns="0" anchor="t">
            <a:spAutoFit/>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noGroup"/>
        <p:cNvGrpSpPr/>
        <p:nvPr/>
      </p:nvGrpSpPr>
      <p:grpSpPr>
        <a:xfrm>
          <a:off x="0" y="0"/>
          <a:ext cx="0" cy="0"/>
          <a:chOff x="0" y="0"/>
          <a:chExt cx="0" cy="0"/>
        </a:xfrm>
      </p:grpSpPr>
      <p:sp>
        <p:nvSpPr>
          <p:cNvPr id="2" name="Notes Placeholder 2"/>
          <p:cNvSpPr txBox="1"/>
          <p:nvPr>
            <p:ph type="body" idx="4294967295"/>
          </p:nvPr>
        </p:nvSpPr>
        <p:spPr>
          <a:xfrm>
            <a:off x="0" y="0"/>
            <a:ext cx="12700" cy="12700"/>
          </a:xfrm>
          <a:prstGeom prst="rect">
            <a:avLst/>
          </a:prstGeom>
          <a:noFill/>
          <a:ln>
            <a:noFill/>
          </a:ln>
          <a:effectLst/>
        </p:spPr>
        <p:txBody>
          <a:bodyPr wrap="none" lIns="0" tIns="0" rIns="0" bIns="0" anchor="t">
            <a:spAutoFit/>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noGroup"/>
        <p:cNvGrpSpPr/>
        <p:nvPr/>
      </p:nvGrpSpPr>
      <p:grpSpPr>
        <a:xfrm>
          <a:off x="0" y="0"/>
          <a:ext cx="0" cy="0"/>
          <a:chOff x="0" y="0"/>
          <a:chExt cx="0" cy="0"/>
        </a:xfrm>
      </p:grpSpPr>
      <p:sp>
        <p:nvSpPr>
          <p:cNvPr id="2" name="Notes Placeholder 2"/>
          <p:cNvSpPr txBox="1"/>
          <p:nvPr>
            <p:ph type="body" idx="4294967295"/>
          </p:nvPr>
        </p:nvSpPr>
        <p:spPr>
          <a:xfrm>
            <a:off x="0" y="0"/>
            <a:ext cx="12700" cy="12700"/>
          </a:xfrm>
          <a:prstGeom prst="rect">
            <a:avLst/>
          </a:prstGeom>
          <a:noFill/>
          <a:ln>
            <a:noFill/>
          </a:ln>
          <a:effectLst/>
        </p:spPr>
        <p:txBody>
          <a:bodyPr wrap="none" lIns="0" tIns="0" rIns="0" bIns="0" anchor="t">
            <a:spAutoFit/>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noGroup"/>
        <p:cNvGrpSpPr/>
        <p:nvPr/>
      </p:nvGrpSpPr>
      <p:grpSpPr>
        <a:xfrm>
          <a:off x="0" y="0"/>
          <a:ext cx="0" cy="0"/>
          <a:chOff x="0" y="0"/>
          <a:chExt cx="0" cy="0"/>
        </a:xfrm>
      </p:grpSpPr>
      <p:sp>
        <p:nvSpPr>
          <p:cNvPr id="2" name="Notes Placeholder 2"/>
          <p:cNvSpPr txBox="1"/>
          <p:nvPr>
            <p:ph type="body" idx="4294967295"/>
          </p:nvPr>
        </p:nvSpPr>
        <p:spPr>
          <a:xfrm>
            <a:off x="0" y="0"/>
            <a:ext cx="12700" cy="12700"/>
          </a:xfrm>
          <a:prstGeom prst="rect">
            <a:avLst/>
          </a:prstGeom>
          <a:noFill/>
          <a:ln>
            <a:noFill/>
          </a:ln>
          <a:effectLst/>
        </p:spPr>
        <p:txBody>
          <a:bodyPr wrap="none" lIns="0" tIns="0" rIns="0" bIns="0" anchor="t">
            <a:spAutoFit/>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noGroup"/>
        <p:cNvGrpSpPr/>
        <p:nvPr/>
      </p:nvGrpSpPr>
      <p:grpSpPr>
        <a:xfrm>
          <a:off x="0" y="0"/>
          <a:ext cx="0" cy="0"/>
          <a:chOff x="0" y="0"/>
          <a:chExt cx="0" cy="0"/>
        </a:xfrm>
      </p:grpSpPr>
      <p:sp>
        <p:nvSpPr>
          <p:cNvPr id="2" name="Notes Placeholder 2"/>
          <p:cNvSpPr txBox="1"/>
          <p:nvPr>
            <p:ph type="body" idx="4294967295"/>
          </p:nvPr>
        </p:nvSpPr>
        <p:spPr>
          <a:xfrm>
            <a:off x="0" y="0"/>
            <a:ext cx="12700" cy="12700"/>
          </a:xfrm>
          <a:prstGeom prst="rect">
            <a:avLst/>
          </a:prstGeom>
          <a:noFill/>
          <a:ln>
            <a:noFill/>
          </a:ln>
          <a:effectLst/>
        </p:spPr>
        <p:txBody>
          <a:bodyPr wrap="none" lIns="0" tIns="0" rIns="0" bIns="0" anchor="t">
            <a:spAutoFit/>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noGroup"/>
        <p:cNvGrpSpPr/>
        <p:nvPr/>
      </p:nvGrpSpPr>
      <p:grpSpPr>
        <a:xfrm>
          <a:off x="0" y="0"/>
          <a:ext cx="0" cy="0"/>
          <a:chOff x="0" y="0"/>
          <a:chExt cx="0" cy="0"/>
        </a:xfrm>
      </p:grpSpPr>
      <p:sp>
        <p:nvSpPr>
          <p:cNvPr id="2" name="Notes Placeholder 2"/>
          <p:cNvSpPr txBox="1"/>
          <p:nvPr>
            <p:ph type="body" idx="4294967295"/>
          </p:nvPr>
        </p:nvSpPr>
        <p:spPr>
          <a:xfrm>
            <a:off x="0" y="0"/>
            <a:ext cx="12700" cy="12700"/>
          </a:xfrm>
          <a:prstGeom prst="rect">
            <a:avLst/>
          </a:prstGeom>
          <a:noFill/>
          <a:ln>
            <a:noFill/>
          </a:ln>
          <a:effectLst/>
        </p:spPr>
        <p:txBody>
          <a:bodyPr wrap="none" lIns="0" tIns="0" rIns="0" bIns="0" anchor="t">
            <a:spAutoFit/>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p:spTree>
      <p:nvGrpSpPr>
        <p:cNvPr id="1" name="noGroup"/>
        <p:cNvGrpSpPr/>
        <p:nvPr/>
      </p:nvGrpSpPr>
      <p:grpSpPr>
        <a:xfrm>
          <a:off x="0" y="0"/>
          <a:ext cx="0" cy="0"/>
          <a:chOff x="0" y="0"/>
          <a:chExt cx="0" cy="0"/>
        </a:xfrm>
      </p:grpSpPr>
      <p:sp>
        <p:nvSpPr>
          <p:cNvPr id="2" name="Notes Placeholder 2"/>
          <p:cNvSpPr txBox="1"/>
          <p:nvPr>
            <p:ph type="body" idx="4294967295"/>
          </p:nvPr>
        </p:nvSpPr>
        <p:spPr>
          <a:xfrm>
            <a:off x="0" y="0"/>
            <a:ext cx="12700" cy="12700"/>
          </a:xfrm>
          <a:prstGeom prst="rect">
            <a:avLst/>
          </a:prstGeom>
          <a:noFill/>
          <a:ln>
            <a:noFill/>
          </a:ln>
          <a:effectLst/>
        </p:spPr>
        <p:txBody>
          <a:bodyPr wrap="none" lIns="0" tIns="0" rIns="0" bIns="0" anchor="t">
            <a:spAutoFit/>
          </a:bodyPr>
          <a:lstStyle/>
          <a:p>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1">
  <p:cSld name="_Master1-Layout7-blank-白紙">
    <p:spTree>
      <p:nvGrpSpPr>
        <p:cNvPr id="1" name="noGroup"/>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1">
  <p:cSld>
    <p:bg>
      <p:bgPr>
        <a:blipFill>
          <a:blip r:embed="rId3"/>
          <a:stretch>
            <a:fillRect/>
          </a:stretch>
        </a:blipFill>
        <a:effectLst/>
      </p:bgPr>
    </p:bg>
    <p:spTree>
      <p:nvGrpSpPr>
        <p:cNvPr id="1" name="noGroup"/>
        <p:cNvGrpSpPr/>
        <p:nvPr/>
      </p:nvGrpSpPr>
      <p:grpSpPr>
        <a:xfrm>
          <a:off x="0" y="0"/>
          <a:ext cx="0" cy="0"/>
          <a:chOff x="0" y="0"/>
          <a:chExt cx="0" cy="0"/>
        </a:xfrm>
      </p:grpSpPr>
      <p:pic>
        <p:nvPicPr>
          <p:cNvPr id="2" name="Picture 2"/>
          <p:cNvPicPr/>
          <p:nvPr/>
        </p:nvPicPr>
        <p:blipFill>
          <a:blip r:embed="rId4">
            <a:alphaModFix amt="30000"/>
          </a:blip>
          <a:stretch>
            <a:fillRect/>
          </a:stretch>
        </p:blipFill>
        <p:spPr>
          <a:xfrm>
            <a:off x="0" y="0"/>
            <a:ext cx="10079365" cy="5669642"/>
          </a:xfrm>
          <a:prstGeom prst="rect">
            <a:avLst/>
          </a:prstGeom>
          <a:ln>
            <a:noFill/>
          </a:ln>
          <a:effectLst/>
        </p:spPr>
      </p:pic>
      <p:sp>
        <p:nvSpPr>
          <p:cNvPr id="3" name="Rectangle 5"/>
          <p:cNvSpPr/>
          <p:nvPr/>
        </p:nvSpPr>
        <p:spPr>
          <a:xfrm>
            <a:off x="94494" y="3941"/>
            <a:ext cx="19687" cy="1803486"/>
          </a:xfrm>
          <a:custGeom>
            <a:avLst/>
            <a:gdLst/>
            <a:ahLst/>
            <a:cxnLst/>
            <a:rect l="0" t="0" r="r" b="b"/>
            <a:pathLst>
              <a:path w="21600" h="21600">
                <a:moveTo>
                  <a:pt x="0" y="0"/>
                </a:moveTo>
                <a:lnTo>
                  <a:pt x="21600" y="0"/>
                </a:lnTo>
                <a:lnTo>
                  <a:pt x="21600" y="21600"/>
                </a:lnTo>
                <a:lnTo>
                  <a:pt x="0" y="21600"/>
                </a:lnTo>
                <a:close/>
              </a:path>
            </a:pathLst>
          </a:custGeom>
          <a:gradFill>
            <a:gsLst>
              <a:gs pos="100000">
                <a:srgbClr val="82FFFF"/>
              </a:gs>
              <a:gs pos="0">
                <a:srgbClr val="3D97DE"/>
              </a:gs>
            </a:gsLst>
            <a:lin ang="16200000"/>
          </a:gradFill>
          <a:ln>
            <a:noFill/>
          </a:ln>
          <a:effectLst/>
        </p:spPr>
        <p:txBody>
          <a:bodyPr lIns="0" tIns="0" rIns="0" bIns="0" anchor="t"/>
          <a:lstStyle/>
          <a:p>
            <a:endParaRPr/>
          </a:p>
        </p:txBody>
      </p:sp>
      <p:sp>
        <p:nvSpPr>
          <p:cNvPr id="4" name="Freeform 6"/>
          <p:cNvSpPr/>
          <p:nvPr/>
        </p:nvSpPr>
        <p:spPr>
          <a:xfrm>
            <a:off x="27559" y="1799526"/>
            <a:ext cx="157526" cy="157526"/>
          </a:xfrm>
          <a:custGeom>
            <a:avLst/>
            <a:gdLst>
              <a:gd name="gd0" fmla="val 0"/>
              <a:gd name="gd1" fmla="val 40"/>
              <a:gd name="gd2" fmla="val 20"/>
              <a:gd name="gd3" fmla="val 9"/>
              <a:gd name="gd4" fmla="val 31"/>
              <a:gd name="gd5" fmla="val 4"/>
              <a:gd name="gd6" fmla="val 11"/>
              <a:gd name="gd7" fmla="val 29"/>
              <a:gd name="gd8" fmla="val 36"/>
              <a:gd name="gd9" fmla="val 28"/>
              <a:gd name="gd10" fmla="+- 0 gd1 gd0"/>
              <a:gd name="gd11" fmla="+/ 0 gd10 1"/>
              <a:gd name="gd12" fmla="+/ 0 0 1"/>
              <a:gd name="gd13" fmla="+/ 0 gd1 1"/>
            </a:gdLst>
            <a:ahLst/>
            <a:cxnLst/>
            <a:rect l="0" t="0" r="r" b="b"/>
            <a:pathLst>
              <a:path w="40" h="40">
                <a:moveTo>
                  <a:pt x="gd2" y="gd1"/>
                </a:moveTo>
                <a:cubicBezTo>
                  <a:pt x="gd3" y="gd1"/>
                  <a:pt x="gd0" y="gd4"/>
                  <a:pt x="gd0" y="gd2"/>
                </a:cubicBezTo>
                <a:cubicBezTo>
                  <a:pt x="gd0" y="gd3"/>
                  <a:pt x="gd3" y="gd0"/>
                  <a:pt x="gd2" y="gd0"/>
                </a:cubicBezTo>
                <a:cubicBezTo>
                  <a:pt x="gd4" y="gd0"/>
                  <a:pt x="gd1" y="gd3"/>
                  <a:pt x="gd1" y="gd2"/>
                </a:cubicBezTo>
                <a:cubicBezTo>
                  <a:pt x="gd1" y="gd4"/>
                  <a:pt x="gd4" y="gd1"/>
                  <a:pt x="gd2" y="gd1"/>
                </a:cubicBezTo>
                <a:close/>
                <a:moveTo>
                  <a:pt x="gd2" y="gd5"/>
                </a:moveTo>
                <a:cubicBezTo>
                  <a:pt x="gd6" y="gd5"/>
                  <a:pt x="gd5" y="gd6"/>
                  <a:pt x="gd5" y="gd2"/>
                </a:cubicBezTo>
                <a:cubicBezTo>
                  <a:pt x="gd5" y="gd7"/>
                  <a:pt x="gd6" y="gd8"/>
                  <a:pt x="gd2" y="gd8"/>
                </a:cubicBezTo>
                <a:cubicBezTo>
                  <a:pt x="gd9" y="gd8"/>
                  <a:pt x="gd8" y="gd7"/>
                  <a:pt x="gd8" y="gd2"/>
                </a:cubicBezTo>
                <a:cubicBezTo>
                  <a:pt x="gd8" y="gd6"/>
                  <a:pt x="gd9" y="gd5"/>
                  <a:pt x="gd2" y="gd5"/>
                </a:cubicBezTo>
                <a:close/>
              </a:path>
            </a:pathLst>
          </a:custGeom>
          <a:gradFill>
            <a:gsLst>
              <a:gs pos="100000">
                <a:srgbClr val="82FFFF"/>
              </a:gs>
              <a:gs pos="0">
                <a:srgbClr val="3D97DE"/>
              </a:gs>
            </a:gsLst>
            <a:lin ang="16200000"/>
          </a:gradFill>
          <a:ln>
            <a:noFill/>
          </a:ln>
          <a:effectLst/>
        </p:spPr>
        <p:txBody>
          <a:bodyPr lIns="0" tIns="0" rIns="0" bIns="0" anchor="t"/>
          <a:lstStyle/>
          <a:p>
            <a:endParaRPr/>
          </a:p>
        </p:txBody>
      </p:sp>
      <p:sp>
        <p:nvSpPr>
          <p:cNvPr id="5" name="Freeform 7"/>
          <p:cNvSpPr/>
          <p:nvPr/>
        </p:nvSpPr>
        <p:spPr>
          <a:xfrm>
            <a:off x="23628" y="3324750"/>
            <a:ext cx="157526" cy="156194"/>
          </a:xfrm>
          <a:custGeom>
            <a:avLst/>
            <a:gdLst>
              <a:gd name="gd0" fmla="val 0"/>
              <a:gd name="gd1" fmla="val 40"/>
              <a:gd name="gd2" fmla="val 20"/>
              <a:gd name="gd3" fmla="val 9"/>
              <a:gd name="gd4" fmla="val 31"/>
              <a:gd name="gd5" fmla="val 4"/>
              <a:gd name="gd6" fmla="val 12"/>
              <a:gd name="gd7" fmla="val 11"/>
              <a:gd name="gd8" fmla="val 29"/>
              <a:gd name="gd9" fmla="val 36"/>
              <a:gd name="gd10" fmla="+- 0 gd1 gd0"/>
              <a:gd name="gd11" fmla="+/ 0 gd10 1"/>
              <a:gd name="gd12" fmla="+/ 0 0 1"/>
              <a:gd name="gd13" fmla="+/ 0 gd1 1"/>
            </a:gdLst>
            <a:ahLst/>
            <a:cxnLst/>
            <a:rect l="0" t="0" r="r" b="b"/>
            <a:pathLst>
              <a:path w="40" h="40">
                <a:moveTo>
                  <a:pt x="gd2" y="gd1"/>
                </a:moveTo>
                <a:cubicBezTo>
                  <a:pt x="gd3" y="gd1"/>
                  <a:pt x="gd0" y="gd4"/>
                  <a:pt x="gd0" y="gd2"/>
                </a:cubicBezTo>
                <a:cubicBezTo>
                  <a:pt x="gd0" y="gd3"/>
                  <a:pt x="gd3" y="gd0"/>
                  <a:pt x="gd2" y="gd0"/>
                </a:cubicBezTo>
                <a:cubicBezTo>
                  <a:pt x="gd4" y="gd0"/>
                  <a:pt x="gd1" y="gd3"/>
                  <a:pt x="gd1" y="gd2"/>
                </a:cubicBezTo>
                <a:cubicBezTo>
                  <a:pt x="gd1" y="gd4"/>
                  <a:pt x="gd4" y="gd1"/>
                  <a:pt x="gd2" y="gd1"/>
                </a:cubicBezTo>
                <a:close/>
                <a:moveTo>
                  <a:pt x="gd2" y="gd5"/>
                </a:moveTo>
                <a:cubicBezTo>
                  <a:pt x="gd6" y="gd5"/>
                  <a:pt x="gd5" y="gd7"/>
                  <a:pt x="gd5" y="gd2"/>
                </a:cubicBezTo>
                <a:cubicBezTo>
                  <a:pt x="gd5" y="gd8"/>
                  <a:pt x="gd6" y="gd9"/>
                  <a:pt x="gd2" y="gd9"/>
                </a:cubicBezTo>
                <a:cubicBezTo>
                  <a:pt x="gd8" y="gd9"/>
                  <a:pt x="gd9" y="gd8"/>
                  <a:pt x="gd9" y="gd2"/>
                </a:cubicBezTo>
                <a:cubicBezTo>
                  <a:pt x="gd9" y="gd7"/>
                  <a:pt x="gd8" y="gd5"/>
                  <a:pt x="gd2" y="gd5"/>
                </a:cubicBezTo>
                <a:close/>
              </a:path>
            </a:pathLst>
          </a:custGeom>
          <a:gradFill>
            <a:gsLst>
              <a:gs pos="100000">
                <a:srgbClr val="82FFFF"/>
              </a:gs>
              <a:gs pos="0">
                <a:srgbClr val="3D97DE"/>
              </a:gs>
            </a:gsLst>
            <a:lin ang="16200000"/>
          </a:gradFill>
          <a:ln>
            <a:noFill/>
          </a:ln>
          <a:effectLst/>
        </p:spPr>
        <p:txBody>
          <a:bodyPr lIns="0" tIns="0" rIns="0" bIns="0" anchor="t"/>
          <a:lstStyle/>
          <a:p>
            <a:endParaRPr/>
          </a:p>
        </p:txBody>
      </p:sp>
      <p:sp>
        <p:nvSpPr>
          <p:cNvPr id="6" name="Freeform 8"/>
          <p:cNvSpPr/>
          <p:nvPr/>
        </p:nvSpPr>
        <p:spPr>
          <a:xfrm>
            <a:off x="165373" y="3941"/>
            <a:ext cx="305836" cy="1497865"/>
          </a:xfrm>
          <a:custGeom>
            <a:avLst/>
            <a:gdLst>
              <a:gd name="gd0" fmla="val 0"/>
              <a:gd name="gd1" fmla="val 233"/>
              <a:gd name="gd2" fmla="val 1141"/>
              <a:gd name="gd3" fmla="val 218"/>
              <a:gd name="gd4" fmla="val 626"/>
              <a:gd name="gd5" fmla="val 15"/>
              <a:gd name="gd6" fmla="val 623"/>
              <a:gd name="gd7" fmla="val 1135"/>
              <a:gd name="gd8" fmla="+- 0 gd2 gd0"/>
              <a:gd name="gd9" fmla="+- 0 gd1 gd0"/>
              <a:gd name="gd10" fmla="+/ 0 gd9 1"/>
              <a:gd name="gd11" fmla="+/ 0 gd8 1"/>
              <a:gd name="gd12" fmla="+/ 0 0 1"/>
              <a:gd name="gd13" fmla="+/ 0 gd1 1"/>
              <a:gd name="gd14" fmla="+/ 0 0 1"/>
              <a:gd name="gd15" fmla="+/ 0 gd2 1"/>
            </a:gdLst>
            <a:ahLst/>
            <a:cxnLst/>
            <a:rect l="0" t="0" r="r" b="b"/>
            <a:pathLst>
              <a:path w="233" h="1141">
                <a:moveTo>
                  <a:pt x="gd3" y="gd2"/>
                </a:moveTo>
                <a:lnTo>
                  <a:pt x="gd0" y="gd4"/>
                </a:lnTo>
                <a:lnTo>
                  <a:pt x="gd0" y="gd0"/>
                </a:lnTo>
                <a:lnTo>
                  <a:pt x="gd5" y="gd0"/>
                </a:lnTo>
                <a:lnTo>
                  <a:pt x="gd5" y="gd6"/>
                </a:lnTo>
                <a:lnTo>
                  <a:pt x="gd1" y="gd7"/>
                </a:lnTo>
                <a:lnTo>
                  <a:pt x="gd3" y="gd2"/>
                </a:lnTo>
                <a:close/>
              </a:path>
            </a:pathLst>
          </a:custGeom>
          <a:gradFill>
            <a:gsLst>
              <a:gs pos="100000">
                <a:srgbClr val="82FFFF"/>
              </a:gs>
              <a:gs pos="0">
                <a:srgbClr val="3D97DE"/>
              </a:gs>
            </a:gsLst>
            <a:lin ang="16200000"/>
          </a:gradFill>
          <a:ln>
            <a:noFill/>
          </a:ln>
          <a:effectLst/>
        </p:spPr>
        <p:txBody>
          <a:bodyPr lIns="0" tIns="0" rIns="0" bIns="0" anchor="t"/>
          <a:lstStyle/>
          <a:p>
            <a:endParaRPr/>
          </a:p>
        </p:txBody>
      </p:sp>
      <p:sp>
        <p:nvSpPr>
          <p:cNvPr id="7" name="Freeform 9"/>
          <p:cNvSpPr/>
          <p:nvPr/>
        </p:nvSpPr>
        <p:spPr>
          <a:xfrm>
            <a:off x="416133" y="1489946"/>
            <a:ext cx="157526" cy="156194"/>
          </a:xfrm>
          <a:custGeom>
            <a:avLst/>
            <a:gdLst>
              <a:gd name="gd0" fmla="val 0"/>
              <a:gd name="gd1" fmla="val 40"/>
              <a:gd name="gd2" fmla="val 20"/>
              <a:gd name="gd3" fmla="val 9"/>
              <a:gd name="gd4" fmla="val 31"/>
              <a:gd name="gd5" fmla="val 33"/>
              <a:gd name="gd6" fmla="val 6"/>
              <a:gd name="gd7" fmla="val 4"/>
              <a:gd name="gd8" fmla="val 11"/>
              <a:gd name="gd9" fmla="val 29"/>
              <a:gd name="gd10" fmla="val 36"/>
              <a:gd name="gd11" fmla="val 28"/>
              <a:gd name="gd12" fmla="+- 0 gd1 gd0"/>
              <a:gd name="gd13" fmla="+/ 0 gd12 1"/>
              <a:gd name="gd14" fmla="+/ 0 0 1"/>
              <a:gd name="gd15" fmla="+/ 0 gd1 1"/>
            </a:gdLst>
            <a:ahLst/>
            <a:cxnLst/>
            <a:rect l="0" t="0" r="r" b="b"/>
            <a:pathLst>
              <a:path w="40" h="40">
                <a:moveTo>
                  <a:pt x="gd2" y="gd1"/>
                </a:moveTo>
                <a:cubicBezTo>
                  <a:pt x="gd3" y="gd1"/>
                  <a:pt x="gd0" y="gd4"/>
                  <a:pt x="gd0" y="gd2"/>
                </a:cubicBezTo>
                <a:cubicBezTo>
                  <a:pt x="gd0" y="gd3"/>
                  <a:pt x="gd3" y="gd0"/>
                  <a:pt x="gd2" y="gd0"/>
                </a:cubicBezTo>
                <a:cubicBezTo>
                  <a:pt x="gd5" y="gd0"/>
                  <a:pt x="gd1" y="gd6"/>
                  <a:pt x="gd1" y="gd2"/>
                </a:cubicBezTo>
                <a:cubicBezTo>
                  <a:pt x="gd1" y="gd4"/>
                  <a:pt x="gd4" y="gd1"/>
                  <a:pt x="gd2" y="gd1"/>
                </a:cubicBezTo>
                <a:close/>
                <a:moveTo>
                  <a:pt x="gd2" y="gd7"/>
                </a:moveTo>
                <a:cubicBezTo>
                  <a:pt x="gd8" y="gd7"/>
                  <a:pt x="gd7" y="gd8"/>
                  <a:pt x="gd7" y="gd2"/>
                </a:cubicBezTo>
                <a:cubicBezTo>
                  <a:pt x="gd7" y="gd9"/>
                  <a:pt x="gd8" y="gd10"/>
                  <a:pt x="gd2" y="gd10"/>
                </a:cubicBezTo>
                <a:cubicBezTo>
                  <a:pt x="gd11" y="gd10"/>
                  <a:pt x="gd10" y="gd9"/>
                  <a:pt x="gd10" y="gd2"/>
                </a:cubicBezTo>
                <a:cubicBezTo>
                  <a:pt x="gd10" y="gd3"/>
                  <a:pt x="gd4" y="gd7"/>
                  <a:pt x="gd2" y="gd7"/>
                </a:cubicBezTo>
                <a:close/>
              </a:path>
            </a:pathLst>
          </a:custGeom>
          <a:gradFill>
            <a:gsLst>
              <a:gs pos="100000">
                <a:srgbClr val="82FFFF"/>
              </a:gs>
              <a:gs pos="0">
                <a:srgbClr val="3D97DE"/>
              </a:gs>
            </a:gsLst>
            <a:lin ang="16200000"/>
          </a:gradFill>
          <a:ln>
            <a:noFill/>
          </a:ln>
          <a:effectLst/>
        </p:spPr>
        <p:txBody>
          <a:bodyPr lIns="0" tIns="0" rIns="0" bIns="0" anchor="t"/>
          <a:lstStyle/>
          <a:p>
            <a:endParaRPr/>
          </a:p>
        </p:txBody>
      </p:sp>
      <p:sp>
        <p:nvSpPr>
          <p:cNvPr id="8" name="Freeform 10"/>
          <p:cNvSpPr/>
          <p:nvPr/>
        </p:nvSpPr>
        <p:spPr>
          <a:xfrm>
            <a:off x="236253" y="3941"/>
            <a:ext cx="305836" cy="1182525"/>
          </a:xfrm>
          <a:custGeom>
            <a:avLst/>
            <a:gdLst>
              <a:gd name="gd0" fmla="val 0"/>
              <a:gd name="gd1" fmla="val 233"/>
              <a:gd name="gd2" fmla="val 901"/>
              <a:gd name="gd3" fmla="val 221"/>
              <a:gd name="gd4" fmla="val 383"/>
              <a:gd name="gd5" fmla="val 18"/>
              <a:gd name="gd6" fmla="val 380"/>
              <a:gd name="gd7" fmla="val 895"/>
              <a:gd name="gd8" fmla="+- 0 gd2 gd0"/>
              <a:gd name="gd9" fmla="+- 0 gd1 gd0"/>
              <a:gd name="gd10" fmla="+/ 0 gd9 1"/>
              <a:gd name="gd11" fmla="+/ 0 gd8 1"/>
              <a:gd name="gd12" fmla="+/ 0 0 1"/>
              <a:gd name="gd13" fmla="+/ 0 gd1 1"/>
              <a:gd name="gd14" fmla="+/ 0 0 1"/>
              <a:gd name="gd15" fmla="+/ 0 gd2 1"/>
            </a:gdLst>
            <a:ahLst/>
            <a:cxnLst/>
            <a:rect l="0" t="0" r="r" b="b"/>
            <a:pathLst>
              <a:path w="233" h="901">
                <a:moveTo>
                  <a:pt x="gd3" y="gd2"/>
                </a:moveTo>
                <a:lnTo>
                  <a:pt x="gd0" y="gd4"/>
                </a:lnTo>
                <a:lnTo>
                  <a:pt x="gd0" y="gd0"/>
                </a:lnTo>
                <a:lnTo>
                  <a:pt x="gd5" y="gd0"/>
                </a:lnTo>
                <a:lnTo>
                  <a:pt x="gd5" y="gd6"/>
                </a:lnTo>
                <a:lnTo>
                  <a:pt x="gd1" y="gd7"/>
                </a:lnTo>
                <a:lnTo>
                  <a:pt x="gd3" y="gd2"/>
                </a:lnTo>
                <a:close/>
              </a:path>
            </a:pathLst>
          </a:custGeom>
          <a:gradFill>
            <a:gsLst>
              <a:gs pos="100000">
                <a:srgbClr val="82FFFF"/>
              </a:gs>
              <a:gs pos="0">
                <a:srgbClr val="3D97DE"/>
              </a:gs>
            </a:gsLst>
            <a:lin ang="16200000"/>
          </a:gradFill>
          <a:ln>
            <a:noFill/>
          </a:ln>
          <a:effectLst/>
        </p:spPr>
        <p:txBody>
          <a:bodyPr lIns="0" tIns="0" rIns="0" bIns="0" anchor="t"/>
          <a:lstStyle/>
          <a:p>
            <a:endParaRPr/>
          </a:p>
        </p:txBody>
      </p:sp>
      <p:sp>
        <p:nvSpPr>
          <p:cNvPr id="9" name="Freeform 11"/>
          <p:cNvSpPr/>
          <p:nvPr/>
        </p:nvSpPr>
        <p:spPr>
          <a:xfrm>
            <a:off x="451411" y="0"/>
            <a:ext cx="125992" cy="754872"/>
          </a:xfrm>
          <a:custGeom>
            <a:avLst/>
            <a:gdLst>
              <a:gd name="gd0" fmla="val 0"/>
              <a:gd name="gd1" fmla="val 96"/>
              <a:gd name="gd2" fmla="val 575"/>
              <a:gd name="gd3" fmla="val 78"/>
              <a:gd name="gd4" fmla="val 192"/>
              <a:gd name="gd5" fmla="val 6"/>
              <a:gd name="gd6" fmla="val 15"/>
              <a:gd name="gd7" fmla="val 189"/>
              <a:gd name="gd8" fmla="+- 0 gd2 gd0"/>
              <a:gd name="gd9" fmla="+- 0 gd1 gd0"/>
              <a:gd name="gd10" fmla="+/ 0 gd9 1"/>
              <a:gd name="gd11" fmla="+/ 0 gd8 1"/>
              <a:gd name="gd12" fmla="+/ 0 0 1"/>
              <a:gd name="gd13" fmla="+/ 0 gd1 1"/>
              <a:gd name="gd14" fmla="+/ 0 0 1"/>
              <a:gd name="gd15" fmla="+/ 0 gd2 1"/>
            </a:gdLst>
            <a:ahLst/>
            <a:cxnLst/>
            <a:rect l="0" t="0" r="r" b="b"/>
            <a:pathLst>
              <a:path w="96" h="575">
                <a:moveTo>
                  <a:pt x="gd1" y="gd2"/>
                </a:moveTo>
                <a:lnTo>
                  <a:pt x="gd3" y="gd2"/>
                </a:lnTo>
                <a:lnTo>
                  <a:pt x="gd3" y="gd4"/>
                </a:lnTo>
                <a:lnTo>
                  <a:pt x="gd0" y="gd5"/>
                </a:lnTo>
                <a:lnTo>
                  <a:pt x="gd6" y="gd0"/>
                </a:lnTo>
                <a:lnTo>
                  <a:pt x="gd1" y="gd7"/>
                </a:lnTo>
                <a:lnTo>
                  <a:pt x="gd1" y="gd2"/>
                </a:lnTo>
                <a:close/>
              </a:path>
            </a:pathLst>
          </a:custGeom>
          <a:gradFill>
            <a:gsLst>
              <a:gs pos="100000">
                <a:srgbClr val="82FFFF"/>
              </a:gs>
              <a:gs pos="0">
                <a:srgbClr val="3D97DE"/>
              </a:gs>
            </a:gsLst>
            <a:lin ang="16200000"/>
          </a:gradFill>
          <a:ln>
            <a:noFill/>
          </a:ln>
          <a:effectLst/>
        </p:spPr>
        <p:txBody>
          <a:bodyPr lIns="0" tIns="0" rIns="0" bIns="0" anchor="t"/>
          <a:lstStyle/>
          <a:p>
            <a:endParaRPr/>
          </a:p>
        </p:txBody>
      </p:sp>
      <p:sp>
        <p:nvSpPr>
          <p:cNvPr id="10" name="Freeform 12"/>
          <p:cNvSpPr/>
          <p:nvPr/>
        </p:nvSpPr>
        <p:spPr>
          <a:xfrm>
            <a:off x="487049" y="1174965"/>
            <a:ext cx="157526" cy="157526"/>
          </a:xfrm>
          <a:custGeom>
            <a:avLst/>
            <a:gdLst>
              <a:gd name="gd0" fmla="val 0"/>
              <a:gd name="gd1" fmla="val 40"/>
              <a:gd name="gd2" fmla="val 20"/>
              <a:gd name="gd3" fmla="val 9"/>
              <a:gd name="gd4" fmla="val 31"/>
              <a:gd name="gd5" fmla="val 33"/>
              <a:gd name="gd6" fmla="val 7"/>
              <a:gd name="gd7" fmla="val 4"/>
              <a:gd name="gd8" fmla="val 11"/>
              <a:gd name="gd9" fmla="val 29"/>
              <a:gd name="gd10" fmla="val 36"/>
              <a:gd name="gd11" fmla="+- 0 gd1 gd0"/>
              <a:gd name="gd12" fmla="+/ 0 gd11 1"/>
              <a:gd name="gd13" fmla="+/ 0 0 1"/>
              <a:gd name="gd14" fmla="+/ 0 gd1 1"/>
            </a:gdLst>
            <a:ahLst/>
            <a:cxnLst/>
            <a:rect l="0" t="0" r="r" b="b"/>
            <a:pathLst>
              <a:path w="40" h="40">
                <a:moveTo>
                  <a:pt x="gd2" y="gd1"/>
                </a:moveTo>
                <a:cubicBezTo>
                  <a:pt x="gd3" y="gd1"/>
                  <a:pt x="gd0" y="gd4"/>
                  <a:pt x="gd0" y="gd2"/>
                </a:cubicBezTo>
                <a:cubicBezTo>
                  <a:pt x="gd0" y="gd3"/>
                  <a:pt x="gd3" y="gd0"/>
                  <a:pt x="gd2" y="gd0"/>
                </a:cubicBezTo>
                <a:cubicBezTo>
                  <a:pt x="gd5" y="gd0"/>
                  <a:pt x="gd1" y="gd6"/>
                  <a:pt x="gd1" y="gd2"/>
                </a:cubicBezTo>
                <a:cubicBezTo>
                  <a:pt x="gd1" y="gd4"/>
                  <a:pt x="gd4" y="gd1"/>
                  <a:pt x="gd2" y="gd1"/>
                </a:cubicBezTo>
                <a:close/>
                <a:moveTo>
                  <a:pt x="gd2" y="gd7"/>
                </a:moveTo>
                <a:cubicBezTo>
                  <a:pt x="gd8" y="gd7"/>
                  <a:pt x="gd7" y="gd8"/>
                  <a:pt x="gd7" y="gd2"/>
                </a:cubicBezTo>
                <a:cubicBezTo>
                  <a:pt x="gd7" y="gd9"/>
                  <a:pt x="gd8" y="gd10"/>
                  <a:pt x="gd2" y="gd10"/>
                </a:cubicBezTo>
                <a:cubicBezTo>
                  <a:pt x="gd9" y="gd10"/>
                  <a:pt x="gd10" y="gd9"/>
                  <a:pt x="gd10" y="gd2"/>
                </a:cubicBezTo>
                <a:cubicBezTo>
                  <a:pt x="gd10" y="gd3"/>
                  <a:pt x="gd4" y="gd7"/>
                  <a:pt x="gd2" y="gd7"/>
                </a:cubicBezTo>
                <a:close/>
              </a:path>
            </a:pathLst>
          </a:custGeom>
          <a:gradFill>
            <a:gsLst>
              <a:gs pos="100000">
                <a:srgbClr val="82FFFF"/>
              </a:gs>
              <a:gs pos="0">
                <a:srgbClr val="3D97DE"/>
              </a:gs>
            </a:gsLst>
            <a:lin ang="16200000"/>
          </a:gradFill>
          <a:ln>
            <a:noFill/>
          </a:ln>
          <a:effectLst/>
        </p:spPr>
        <p:txBody>
          <a:bodyPr lIns="0" tIns="0" rIns="0" bIns="0" anchor="t"/>
          <a:lstStyle/>
          <a:p>
            <a:endParaRPr/>
          </a:p>
        </p:txBody>
      </p:sp>
      <p:sp>
        <p:nvSpPr>
          <p:cNvPr id="11" name="Freeform 13"/>
          <p:cNvSpPr/>
          <p:nvPr/>
        </p:nvSpPr>
        <p:spPr>
          <a:xfrm>
            <a:off x="487049" y="746952"/>
            <a:ext cx="157526" cy="157526"/>
          </a:xfrm>
          <a:custGeom>
            <a:avLst/>
            <a:gdLst>
              <a:gd name="gd0" fmla="val 0"/>
              <a:gd name="gd1" fmla="val 40"/>
              <a:gd name="gd2" fmla="val 20"/>
              <a:gd name="gd3" fmla="val 9"/>
              <a:gd name="gd4" fmla="val 31"/>
              <a:gd name="gd5" fmla="val 4"/>
              <a:gd name="gd6" fmla="val 11"/>
              <a:gd name="gd7" fmla="val 29"/>
              <a:gd name="gd8" fmla="val 36"/>
              <a:gd name="gd9" fmla="+- 0 gd1 gd0"/>
              <a:gd name="gd10" fmla="+/ 0 gd9 1"/>
              <a:gd name="gd11" fmla="+/ 0 0 1"/>
              <a:gd name="gd12" fmla="+/ 0 gd1 1"/>
            </a:gdLst>
            <a:ahLst/>
            <a:cxnLst/>
            <a:rect l="0" t="0" r="r" b="b"/>
            <a:pathLst>
              <a:path w="40" h="40">
                <a:moveTo>
                  <a:pt x="gd2" y="gd1"/>
                </a:moveTo>
                <a:cubicBezTo>
                  <a:pt x="gd3" y="gd1"/>
                  <a:pt x="gd0" y="gd4"/>
                  <a:pt x="gd0" y="gd2"/>
                </a:cubicBezTo>
                <a:cubicBezTo>
                  <a:pt x="gd0" y="gd3"/>
                  <a:pt x="gd3" y="gd0"/>
                  <a:pt x="gd2" y="gd0"/>
                </a:cubicBezTo>
                <a:cubicBezTo>
                  <a:pt x="gd4" y="gd0"/>
                  <a:pt x="gd1" y="gd3"/>
                  <a:pt x="gd1" y="gd2"/>
                </a:cubicBezTo>
                <a:cubicBezTo>
                  <a:pt x="gd1" y="gd4"/>
                  <a:pt x="gd4" y="gd1"/>
                  <a:pt x="gd2" y="gd1"/>
                </a:cubicBezTo>
                <a:close/>
                <a:moveTo>
                  <a:pt x="gd2" y="gd5"/>
                </a:moveTo>
                <a:cubicBezTo>
                  <a:pt x="gd6" y="gd5"/>
                  <a:pt x="gd5" y="gd6"/>
                  <a:pt x="gd5" y="gd2"/>
                </a:cubicBezTo>
                <a:cubicBezTo>
                  <a:pt x="gd5" y="gd7"/>
                  <a:pt x="gd6" y="gd8"/>
                  <a:pt x="gd2" y="gd8"/>
                </a:cubicBezTo>
                <a:cubicBezTo>
                  <a:pt x="gd7" y="gd8"/>
                  <a:pt x="gd8" y="gd7"/>
                  <a:pt x="gd8" y="gd2"/>
                </a:cubicBezTo>
                <a:cubicBezTo>
                  <a:pt x="gd8" y="gd6"/>
                  <a:pt x="gd7" y="gd5"/>
                  <a:pt x="gd2" y="gd5"/>
                </a:cubicBezTo>
                <a:close/>
              </a:path>
            </a:pathLst>
          </a:custGeom>
          <a:gradFill>
            <a:gsLst>
              <a:gs pos="100000">
                <a:srgbClr val="82FFFF"/>
              </a:gs>
              <a:gs pos="0">
                <a:srgbClr val="3D97DE"/>
              </a:gs>
            </a:gsLst>
            <a:lin ang="16200000"/>
          </a:gradFill>
          <a:ln>
            <a:noFill/>
          </a:ln>
          <a:effectLst/>
        </p:spPr>
        <p:txBody>
          <a:bodyPr lIns="0" tIns="0" rIns="0" bIns="0" anchor="t"/>
          <a:lstStyle/>
          <a:p>
            <a:endParaRPr/>
          </a:p>
        </p:txBody>
      </p:sp>
      <p:sp>
        <p:nvSpPr>
          <p:cNvPr id="12" name="Freeform 14"/>
          <p:cNvSpPr/>
          <p:nvPr/>
        </p:nvSpPr>
        <p:spPr>
          <a:xfrm>
            <a:off x="530246" y="0"/>
            <a:ext cx="349142" cy="435932"/>
          </a:xfrm>
          <a:custGeom>
            <a:avLst/>
            <a:gdLst>
              <a:gd name="gd0" fmla="val 0"/>
              <a:gd name="gd1" fmla="val 266"/>
              <a:gd name="gd2" fmla="val 332"/>
              <a:gd name="gd3" fmla="val 257"/>
              <a:gd name="gd4" fmla="val 48"/>
              <a:gd name="gd5" fmla="val 123"/>
              <a:gd name="gd6" fmla="val 6"/>
              <a:gd name="gd7" fmla="val 15"/>
              <a:gd name="gd8" fmla="val 63"/>
              <a:gd name="gd9" fmla="val 114"/>
              <a:gd name="gd10" fmla="val 320"/>
              <a:gd name="gd11" fmla="+- 0 gd2 gd0"/>
              <a:gd name="gd12" fmla="+- 0 gd1 gd0"/>
              <a:gd name="gd13" fmla="+/ 0 gd12 1"/>
              <a:gd name="gd14" fmla="+/ 0 gd11 1"/>
              <a:gd name="gd15" fmla="+/ 0 0 1"/>
              <a:gd name="gd16" fmla="+/ 0 gd1 1"/>
              <a:gd name="gd17" fmla="+/ 0 0 1"/>
              <a:gd name="gd18" fmla="+/ 0 gd2 1"/>
            </a:gdLst>
            <a:ahLst/>
            <a:cxnLst/>
            <a:rect l="0" t="0" r="r" b="b"/>
            <a:pathLst>
              <a:path w="266" h="332">
                <a:moveTo>
                  <a:pt x="gd3" y="gd2"/>
                </a:moveTo>
                <a:lnTo>
                  <a:pt x="gd4" y="gd5"/>
                </a:lnTo>
                <a:lnTo>
                  <a:pt x="gd0" y="gd6"/>
                </a:lnTo>
                <a:lnTo>
                  <a:pt x="gd7" y="gd0"/>
                </a:lnTo>
                <a:lnTo>
                  <a:pt x="gd8" y="gd9"/>
                </a:lnTo>
                <a:lnTo>
                  <a:pt x="gd1" y="gd10"/>
                </a:lnTo>
                <a:lnTo>
                  <a:pt x="gd3" y="gd2"/>
                </a:lnTo>
                <a:close/>
              </a:path>
            </a:pathLst>
          </a:custGeom>
          <a:gradFill>
            <a:gsLst>
              <a:gs pos="100000">
                <a:srgbClr val="82FFFF"/>
              </a:gs>
              <a:gs pos="0">
                <a:srgbClr val="3D97DE"/>
              </a:gs>
            </a:gsLst>
            <a:lin ang="16200000"/>
          </a:gradFill>
          <a:ln>
            <a:noFill/>
          </a:ln>
          <a:effectLst/>
        </p:spPr>
        <p:txBody>
          <a:bodyPr lIns="0" tIns="0" rIns="0" bIns="0" anchor="t"/>
          <a:lstStyle/>
          <a:p>
            <a:endParaRPr/>
          </a:p>
        </p:txBody>
      </p:sp>
      <p:sp>
        <p:nvSpPr>
          <p:cNvPr id="13" name="Freeform 15"/>
          <p:cNvSpPr/>
          <p:nvPr/>
        </p:nvSpPr>
        <p:spPr>
          <a:xfrm>
            <a:off x="844146" y="404254"/>
            <a:ext cx="133875" cy="122068"/>
          </a:xfrm>
          <a:custGeom>
            <a:avLst/>
            <a:gdLst>
              <a:gd name="gd0" fmla="val 0"/>
              <a:gd name="gd1" fmla="val 34"/>
              <a:gd name="gd2" fmla="val 31"/>
              <a:gd name="gd3" fmla="val 17"/>
              <a:gd name="gd4" fmla="val 13"/>
              <a:gd name="gd5" fmla="val 9"/>
              <a:gd name="gd6" fmla="val 30"/>
              <a:gd name="gd7" fmla="val 6"/>
              <a:gd name="gd8" fmla="val 27"/>
              <a:gd name="gd9" fmla="val 20"/>
              <a:gd name="gd10" fmla="val 10"/>
              <a:gd name="gd11" fmla="val 4"/>
              <a:gd name="gd12" fmla="val 1"/>
              <a:gd name="gd13" fmla="val 21"/>
              <a:gd name="gd14" fmla="val 25"/>
              <a:gd name="gd15" fmla="val 28"/>
              <a:gd name="gd16" fmla="val 14"/>
              <a:gd name="gd17" fmla="val 11"/>
              <a:gd name="gd18" fmla="val 5"/>
              <a:gd name="gd19" fmla="val 7"/>
              <a:gd name="gd20" fmla="val 12"/>
              <a:gd name="gd21" fmla="val 19"/>
              <a:gd name="gd22" fmla="val 24"/>
              <a:gd name="gd23" fmla="val 26"/>
              <a:gd name="gd24" fmla="val 23"/>
              <a:gd name="gd25" fmla="+- 0 gd2 gd0"/>
              <a:gd name="gd26" fmla="+- 0 gd1 gd0"/>
              <a:gd name="gd27" fmla="+/ 0 gd26 1"/>
              <a:gd name="gd28" fmla="+/ 0 gd25 1"/>
              <a:gd name="gd29" fmla="+/ 0 0 1"/>
              <a:gd name="gd30" fmla="+/ 0 gd1 1"/>
              <a:gd name="gd31" fmla="+/ 0 0 1"/>
              <a:gd name="gd32" fmla="+/ 0 gd2 1"/>
            </a:gdLst>
            <a:ahLst/>
            <a:cxnLst/>
            <a:rect l="0" t="0" r="r" b="b"/>
            <a:pathLst>
              <a:path w="34" h="31">
                <a:moveTo>
                  <a:pt x="gd3" y="gd2"/>
                </a:moveTo>
                <a:cubicBezTo>
                  <a:pt x="gd4" y="gd2"/>
                  <a:pt x="gd5" y="gd6"/>
                  <a:pt x="gd7" y="gd8"/>
                </a:cubicBezTo>
                <a:cubicBezTo>
                  <a:pt x="gd0" y="gd9"/>
                  <a:pt x="gd0" y="gd10"/>
                  <a:pt x="gd7" y="gd11"/>
                </a:cubicBezTo>
                <a:cubicBezTo>
                  <a:pt x="gd5" y="gd12"/>
                  <a:pt x="gd4" y="gd0"/>
                  <a:pt x="gd3" y="gd0"/>
                </a:cubicBezTo>
                <a:cubicBezTo>
                  <a:pt x="gd13" y="gd0"/>
                  <a:pt x="gd14" y="gd12"/>
                  <a:pt x="gd15" y="gd11"/>
                </a:cubicBezTo>
                <a:cubicBezTo>
                  <a:pt x="gd1" y="gd10"/>
                  <a:pt x="gd1" y="gd9"/>
                  <a:pt x="gd15" y="gd8"/>
                </a:cubicBezTo>
                <a:cubicBezTo>
                  <a:pt x="gd14" y="gd6"/>
                  <a:pt x="gd13" y="gd2"/>
                  <a:pt x="gd3" y="gd2"/>
                </a:cubicBezTo>
                <a:close/>
                <a:moveTo>
                  <a:pt x="gd3" y="gd11"/>
                </a:moveTo>
                <a:cubicBezTo>
                  <a:pt x="gd16" y="gd11"/>
                  <a:pt x="gd17" y="gd18"/>
                  <a:pt x="gd5" y="gd19"/>
                </a:cubicBezTo>
                <a:cubicBezTo>
                  <a:pt x="gd11" y="gd20"/>
                  <a:pt x="gd11" y="gd21"/>
                  <a:pt x="gd5" y="gd22"/>
                </a:cubicBezTo>
                <a:cubicBezTo>
                  <a:pt x="gd17" y="gd23"/>
                  <a:pt x="gd16" y="gd8"/>
                  <a:pt x="gd3" y="gd8"/>
                </a:cubicBezTo>
                <a:cubicBezTo>
                  <a:pt x="gd9" y="gd8"/>
                  <a:pt x="gd24" y="gd23"/>
                  <a:pt x="gd14" y="gd22"/>
                </a:cubicBezTo>
                <a:cubicBezTo>
                  <a:pt x="gd6" y="gd21"/>
                  <a:pt x="gd6" y="gd20"/>
                  <a:pt x="gd14" y="gd19"/>
                </a:cubicBezTo>
                <a:cubicBezTo>
                  <a:pt x="gd24" y="gd18"/>
                  <a:pt x="gd9" y="gd11"/>
                  <a:pt x="gd3" y="gd11"/>
                </a:cubicBezTo>
                <a:close/>
              </a:path>
            </a:pathLst>
          </a:custGeom>
          <a:gradFill>
            <a:gsLst>
              <a:gs pos="100000">
                <a:srgbClr val="82FFFF"/>
              </a:gs>
              <a:gs pos="0">
                <a:srgbClr val="3D97DE"/>
              </a:gs>
            </a:gsLst>
            <a:lin ang="16200000"/>
          </a:gradFill>
          <a:ln>
            <a:noFill/>
          </a:ln>
          <a:effectLst/>
        </p:spPr>
        <p:txBody>
          <a:bodyPr lIns="0" tIns="0" rIns="0" bIns="0" anchor="t"/>
          <a:lstStyle/>
          <a:p>
            <a:endParaRPr/>
          </a:p>
        </p:txBody>
      </p:sp>
      <p:sp>
        <p:nvSpPr>
          <p:cNvPr id="14" name="Line 16"/>
          <p:cNvSpPr/>
          <p:nvPr/>
        </p:nvSpPr>
        <p:spPr>
          <a:custGeom>
            <a:avLst/>
            <a:gdLst>
              <a:gd name="gd0" fmla="val 0"/>
              <a:gd name="gd1" fmla="val 21600"/>
              <a:gd name="gd2" fmla="val 0"/>
              <a:gd name="gd3" fmla="val 21600"/>
              <a:gd name="gd4" fmla="+- 0 gd3 gd2"/>
              <a:gd name="gd5" fmla="+- 0 gd1 gd0"/>
              <a:gd name="gd7" fmla="val 0"/>
              <a:gd name="gd8" fmla="*/ 21600 gd5 1"/>
              <a:gd name="gd9" fmla="*/ 21600 gd4 1"/>
              <a:gd name="gd10" fmla="+/ 0 gd8 1"/>
              <a:gd name="gd11" fmla="+/ 0 gd9 1"/>
            </a:gdLst>
            <a:ahLst/>
            <a:cxnLst/>
            <a:rect l="0" t="0" r="r" b="b"/>
            <a:pathLst>
              <a:path w="21600" h="21600">
                <a:moveTo>
                  <a:pt x="gd7" y="gd7"/>
                </a:moveTo>
                <a:lnTo>
                  <a:pt x="gd10" y="gd11"/>
                </a:lnTo>
              </a:path>
            </a:pathLst>
          </a:custGeom>
          <a:noFill/>
          <a:ln w="0">
            <a:solidFill>
              <a:srgbClr val="FFFFFF"/>
            </a:solidFill>
          </a:ln>
          <a:effectLst/>
        </p:spPr>
        <p:txBody>
          <a:bodyPr lIns="0" tIns="0" rIns="0" bIns="0" anchor="t"/>
          <a:lstStyle/>
          <a:p>
            <a:endParaRPr/>
          </a:p>
        </p:txBody>
      </p:sp>
      <p:sp>
        <p:nvSpPr>
          <p:cNvPr id="15" name="Freeform 17"/>
          <p:cNvSpPr/>
          <p:nvPr/>
        </p:nvSpPr>
        <p:spPr>
          <a:xfrm>
            <a:off x="7872" y="1489946"/>
            <a:ext cx="102377" cy="105005"/>
          </a:xfrm>
          <a:custGeom>
            <a:avLst/>
            <a:gdLst>
              <a:gd name="gd0" fmla="val 0"/>
              <a:gd name="gd1" fmla="val 78"/>
              <a:gd name="gd2" fmla="val 80"/>
              <a:gd name="gd3" fmla="val 6"/>
              <a:gd name="gd4" fmla="val 71"/>
              <a:gd name="gd5" fmla="val 69"/>
              <a:gd name="gd6" fmla="val 9"/>
              <a:gd name="gd7" fmla="+- 0 gd2 gd0"/>
              <a:gd name="gd8" fmla="+- 0 gd1 gd0"/>
              <a:gd name="gd9" fmla="+/ 0 gd8 1"/>
              <a:gd name="gd10" fmla="+/ 0 gd7 1"/>
              <a:gd name="gd11" fmla="+/ 0 0 1"/>
              <a:gd name="gd12" fmla="+/ 0 gd1 1"/>
              <a:gd name="gd13" fmla="+/ 0 0 1"/>
              <a:gd name="gd14" fmla="+/ 0 gd2 1"/>
            </a:gdLst>
            <a:ahLst/>
            <a:cxnLst/>
            <a:rect l="0" t="0" r="r" b="b"/>
            <a:pathLst>
              <a:path w="78" h="80">
                <a:moveTo>
                  <a:pt x="gd3" y="gd2"/>
                </a:moveTo>
                <a:lnTo>
                  <a:pt x="gd0" y="gd4"/>
                </a:lnTo>
                <a:lnTo>
                  <a:pt x="gd5" y="gd0"/>
                </a:lnTo>
                <a:lnTo>
                  <a:pt x="gd1" y="gd6"/>
                </a:lnTo>
                <a:lnTo>
                  <a:pt x="gd3" y="gd2"/>
                </a:lnTo>
                <a:close/>
              </a:path>
            </a:pathLst>
          </a:custGeom>
          <a:gradFill>
            <a:gsLst>
              <a:gs pos="100000">
                <a:srgbClr val="82FFFF"/>
              </a:gs>
              <a:gs pos="0">
                <a:srgbClr val="3D97DE"/>
              </a:gs>
            </a:gsLst>
            <a:lin ang="16200000"/>
          </a:gradFill>
          <a:ln>
            <a:noFill/>
          </a:ln>
          <a:effectLst/>
        </p:spPr>
        <p:txBody>
          <a:bodyPr lIns="0" tIns="0" rIns="0" bIns="0" anchor="t"/>
          <a:lstStyle/>
          <a:p>
            <a:endParaRPr/>
          </a:p>
        </p:txBody>
      </p:sp>
      <p:sp>
        <p:nvSpPr>
          <p:cNvPr id="16" name="Freeform 18"/>
          <p:cNvSpPr/>
          <p:nvPr/>
        </p:nvSpPr>
        <p:spPr>
          <a:xfrm>
            <a:off x="-7871" y="2934895"/>
            <a:ext cx="122068" cy="397774"/>
          </a:xfrm>
          <a:custGeom>
            <a:avLst/>
            <a:gdLst>
              <a:gd name="gd0" fmla="val 0"/>
              <a:gd name="gd1" fmla="val 93"/>
              <a:gd name="gd2" fmla="val 303"/>
              <a:gd name="gd3" fmla="val 78"/>
              <a:gd name="gd4" fmla="val 12"/>
              <a:gd name="gd5" fmla="val 69"/>
              <a:gd name="gd6" fmla="+- 0 gd2 gd0"/>
              <a:gd name="gd7" fmla="+- 0 gd1 gd0"/>
              <a:gd name="gd8" fmla="+/ 0 gd7 1"/>
              <a:gd name="gd9" fmla="+/ 0 gd6 1"/>
              <a:gd name="gd10" fmla="+/ 0 0 1"/>
              <a:gd name="gd11" fmla="+/ 0 gd1 1"/>
              <a:gd name="gd12" fmla="+/ 0 0 1"/>
              <a:gd name="gd13" fmla="+/ 0 gd2 1"/>
            </a:gdLst>
            <a:ahLst/>
            <a:cxnLst/>
            <a:rect l="0" t="0" r="r" b="b"/>
            <a:pathLst>
              <a:path w="93" h="303">
                <a:moveTo>
                  <a:pt x="gd1" y="gd2"/>
                </a:moveTo>
                <a:lnTo>
                  <a:pt x="gd3" y="gd2"/>
                </a:lnTo>
                <a:lnTo>
                  <a:pt x="gd3" y="gd3"/>
                </a:lnTo>
                <a:lnTo>
                  <a:pt x="gd0" y="gd4"/>
                </a:lnTo>
                <a:lnTo>
                  <a:pt x="gd4" y="gd0"/>
                </a:lnTo>
                <a:lnTo>
                  <a:pt x="gd1" y="gd5"/>
                </a:lnTo>
                <a:lnTo>
                  <a:pt x="gd1" y="gd2"/>
                </a:lnTo>
                <a:close/>
              </a:path>
            </a:pathLst>
          </a:custGeom>
          <a:gradFill>
            <a:gsLst>
              <a:gs pos="100000">
                <a:srgbClr val="82FFFF"/>
              </a:gs>
              <a:gs pos="0">
                <a:srgbClr val="3D97DE"/>
              </a:gs>
            </a:gsLst>
            <a:lin ang="16200000"/>
          </a:gradFill>
          <a:ln>
            <a:noFill/>
          </a:ln>
          <a:effectLst/>
        </p:spPr>
        <p:txBody>
          <a:bodyPr lIns="0" tIns="0" rIns="0" bIns="0" anchor="t"/>
          <a:lstStyle/>
          <a:p>
            <a:endParaRPr/>
          </a:p>
        </p:txBody>
      </p:sp>
      <p:sp>
        <p:nvSpPr>
          <p:cNvPr id="17" name="Freeform 19"/>
          <p:cNvSpPr/>
          <p:nvPr/>
        </p:nvSpPr>
        <p:spPr>
          <a:xfrm>
            <a:off x="106301" y="1143287"/>
            <a:ext cx="118144" cy="393815"/>
          </a:xfrm>
          <a:custGeom>
            <a:avLst/>
            <a:gdLst>
              <a:gd name="gd0" fmla="val 0"/>
              <a:gd name="gd1" fmla="val 90"/>
              <a:gd name="gd2" fmla="val 300"/>
              <a:gd name="gd3" fmla="val 78"/>
              <a:gd name="gd4" fmla="val 84"/>
              <a:gd name="gd5" fmla="val 9"/>
              <a:gd name="gd6" fmla="val 81"/>
              <a:gd name="gd7" fmla="+- 0 gd2 gd0"/>
              <a:gd name="gd8" fmla="+- 0 gd1 gd0"/>
              <a:gd name="gd9" fmla="+/ 0 gd8 1"/>
              <a:gd name="gd10" fmla="+/ 0 gd7 1"/>
              <a:gd name="gd11" fmla="+/ 0 0 1"/>
              <a:gd name="gd12" fmla="+/ 0 gd1 1"/>
              <a:gd name="gd13" fmla="+/ 0 0 1"/>
              <a:gd name="gd14" fmla="+/ 0 gd2 1"/>
            </a:gdLst>
            <a:ahLst/>
            <a:cxnLst/>
            <a:rect l="0" t="0" r="r" b="b"/>
            <a:pathLst>
              <a:path w="90" h="300">
                <a:moveTo>
                  <a:pt x="gd1" y="gd2"/>
                </a:moveTo>
                <a:lnTo>
                  <a:pt x="gd3" y="gd2"/>
                </a:lnTo>
                <a:lnTo>
                  <a:pt x="gd3" y="gd4"/>
                </a:lnTo>
                <a:lnTo>
                  <a:pt x="gd0" y="gd5"/>
                </a:lnTo>
                <a:lnTo>
                  <a:pt x="gd5" y="gd0"/>
                </a:lnTo>
                <a:lnTo>
                  <a:pt x="gd1" y="gd6"/>
                </a:lnTo>
                <a:lnTo>
                  <a:pt x="gd1" y="gd2"/>
                </a:lnTo>
                <a:close/>
              </a:path>
            </a:pathLst>
          </a:custGeom>
          <a:gradFill>
            <a:gsLst>
              <a:gs pos="100000">
                <a:srgbClr val="82FFFF"/>
              </a:gs>
              <a:gs pos="0">
                <a:srgbClr val="3D97DE"/>
              </a:gs>
            </a:gsLst>
            <a:lin ang="16200000"/>
          </a:gradFill>
          <a:ln>
            <a:noFill/>
          </a:ln>
          <a:effectLst/>
        </p:spPr>
        <p:txBody>
          <a:bodyPr lIns="0" tIns="0" rIns="0" bIns="0" anchor="t"/>
          <a:lstStyle/>
          <a:p>
            <a:endParaRPr/>
          </a:p>
        </p:txBody>
      </p:sp>
      <p:sp>
        <p:nvSpPr>
          <p:cNvPr id="18" name="Freeform 20"/>
          <p:cNvSpPr/>
          <p:nvPr/>
        </p:nvSpPr>
        <p:spPr>
          <a:xfrm>
            <a:off x="169333" y="1529183"/>
            <a:ext cx="94494" cy="89238"/>
          </a:xfrm>
          <a:custGeom>
            <a:avLst/>
            <a:gdLst>
              <a:gd name="gd0" fmla="val 0"/>
              <a:gd name="gd1" fmla="val 24"/>
              <a:gd name="gd2" fmla="val 23"/>
              <a:gd name="gd3" fmla="val 12"/>
              <a:gd name="gd4" fmla="val 6"/>
              <a:gd name="gd5" fmla="val 18"/>
              <a:gd name="gd6" fmla="val 5"/>
              <a:gd name="gd7" fmla="val 4"/>
              <a:gd name="gd8" fmla="val 8"/>
              <a:gd name="gd9" fmla="val 16"/>
              <a:gd name="gd10" fmla="val 19"/>
              <a:gd name="gd11" fmla="val 20"/>
              <a:gd name="gd12" fmla="+- 0 gd2 gd0"/>
              <a:gd name="gd13" fmla="+- 0 gd1 gd0"/>
              <a:gd name="gd14" fmla="+/ 0 gd13 1"/>
              <a:gd name="gd15" fmla="+/ 0 gd12 1"/>
              <a:gd name="gd16" fmla="+/ 0 0 1"/>
              <a:gd name="gd17" fmla="+/ 0 gd1 1"/>
              <a:gd name="gd18" fmla="+/ 0 0 1"/>
              <a:gd name="gd19" fmla="+/ 0 gd2 1"/>
            </a:gdLst>
            <a:ahLst/>
            <a:cxnLst/>
            <a:rect l="0" t="0" r="r" b="b"/>
            <a:pathLst>
              <a:path w="24" h="23">
                <a:moveTo>
                  <a:pt x="gd3" y="gd2"/>
                </a:moveTo>
                <a:cubicBezTo>
                  <a:pt x="gd4" y="gd2"/>
                  <a:pt x="gd0" y="gd5"/>
                  <a:pt x="gd0" y="gd3"/>
                </a:cubicBezTo>
                <a:cubicBezTo>
                  <a:pt x="gd0" y="gd6"/>
                  <a:pt x="gd4" y="gd0"/>
                  <a:pt x="gd3" y="gd0"/>
                </a:cubicBezTo>
                <a:cubicBezTo>
                  <a:pt x="gd5" y="gd0"/>
                  <a:pt x="gd1" y="gd6"/>
                  <a:pt x="gd1" y="gd3"/>
                </a:cubicBezTo>
                <a:cubicBezTo>
                  <a:pt x="gd1" y="gd5"/>
                  <a:pt x="gd5" y="gd2"/>
                  <a:pt x="gd3" y="gd2"/>
                </a:cubicBezTo>
                <a:close/>
                <a:moveTo>
                  <a:pt x="gd3" y="gd7"/>
                </a:moveTo>
                <a:cubicBezTo>
                  <a:pt x="gd8" y="gd7"/>
                  <a:pt x="gd7" y="gd8"/>
                  <a:pt x="gd7" y="gd3"/>
                </a:cubicBezTo>
                <a:cubicBezTo>
                  <a:pt x="gd7" y="gd9"/>
                  <a:pt x="gd8" y="gd10"/>
                  <a:pt x="gd3" y="gd10"/>
                </a:cubicBezTo>
                <a:cubicBezTo>
                  <a:pt x="gd9" y="gd10"/>
                  <a:pt x="gd11" y="gd9"/>
                  <a:pt x="gd11" y="gd3"/>
                </a:cubicBezTo>
                <a:cubicBezTo>
                  <a:pt x="gd11" y="gd8"/>
                  <a:pt x="gd9" y="gd7"/>
                  <a:pt x="gd3" y="gd7"/>
                </a:cubicBezTo>
                <a:close/>
              </a:path>
            </a:pathLst>
          </a:custGeom>
          <a:gradFill>
            <a:gsLst>
              <a:gs pos="100000">
                <a:srgbClr val="82FFFF"/>
              </a:gs>
              <a:gs pos="0">
                <a:srgbClr val="3D97DE"/>
              </a:gs>
            </a:gsLst>
            <a:lin ang="16200000"/>
          </a:gradFill>
          <a:ln>
            <a:noFill/>
          </a:ln>
          <a:effectLst/>
        </p:spPr>
        <p:txBody>
          <a:bodyPr lIns="0" tIns="0" rIns="0" bIns="0" anchor="t"/>
          <a:lstStyle/>
          <a:p>
            <a:endParaRPr/>
          </a:p>
        </p:txBody>
      </p:sp>
      <p:sp>
        <p:nvSpPr>
          <p:cNvPr id="19" name="Rectangle 21"/>
          <p:cNvSpPr/>
          <p:nvPr/>
        </p:nvSpPr>
        <p:spPr>
          <a:xfrm>
            <a:off x="110261" y="3855357"/>
            <a:ext cx="19687" cy="1803486"/>
          </a:xfrm>
          <a:custGeom>
            <a:avLst/>
            <a:gdLst/>
            <a:ahLst/>
            <a:cxnLst/>
            <a:rect l="0" t="0" r="r" b="b"/>
            <a:pathLst>
              <a:path w="21600" h="21600">
                <a:moveTo>
                  <a:pt x="0" y="0"/>
                </a:moveTo>
                <a:lnTo>
                  <a:pt x="21600" y="0"/>
                </a:lnTo>
                <a:lnTo>
                  <a:pt x="21600" y="21600"/>
                </a:lnTo>
                <a:lnTo>
                  <a:pt x="0" y="21600"/>
                </a:lnTo>
                <a:close/>
              </a:path>
            </a:pathLst>
          </a:custGeom>
          <a:gradFill>
            <a:gsLst>
              <a:gs pos="100000">
                <a:srgbClr val="82FFFF"/>
              </a:gs>
              <a:gs pos="0">
                <a:srgbClr val="3D97DE"/>
              </a:gs>
            </a:gsLst>
            <a:lin ang="16200000"/>
          </a:gradFill>
          <a:ln>
            <a:noFill/>
          </a:ln>
          <a:effectLst/>
        </p:spPr>
        <p:txBody>
          <a:bodyPr lIns="0" tIns="0" rIns="0" bIns="0" anchor="t"/>
          <a:lstStyle/>
          <a:p>
            <a:endParaRPr/>
          </a:p>
        </p:txBody>
      </p:sp>
      <p:sp>
        <p:nvSpPr>
          <p:cNvPr id="20" name="Freeform 22"/>
          <p:cNvSpPr/>
          <p:nvPr/>
        </p:nvSpPr>
        <p:spPr>
          <a:xfrm>
            <a:off x="185064" y="4168537"/>
            <a:ext cx="305836" cy="1489946"/>
          </a:xfrm>
          <a:custGeom>
            <a:avLst/>
            <a:gdLst>
              <a:gd name="gd0" fmla="val 0"/>
              <a:gd name="gd1" fmla="val 233"/>
              <a:gd name="gd2" fmla="val 1135"/>
              <a:gd name="gd3" fmla="val 15"/>
              <a:gd name="gd4" fmla="val 515"/>
              <a:gd name="gd5" fmla="val 512"/>
              <a:gd name="gd6" fmla="val 218"/>
              <a:gd name="gd7" fmla="val 6"/>
              <a:gd name="gd8" fmla="val 518"/>
              <a:gd name="gd9" fmla="+- 0 gd2 gd0"/>
              <a:gd name="gd10" fmla="+- 0 gd1 gd0"/>
              <a:gd name="gd11" fmla="+/ 0 gd10 1"/>
              <a:gd name="gd12" fmla="+/ 0 gd9 1"/>
              <a:gd name="gd13" fmla="+/ 0 0 1"/>
              <a:gd name="gd14" fmla="+/ 0 gd1 1"/>
              <a:gd name="gd15" fmla="+/ 0 0 1"/>
              <a:gd name="gd16" fmla="+/ 0 gd2 1"/>
            </a:gdLst>
            <a:ahLst/>
            <a:cxnLst/>
            <a:rect l="0" t="0" r="r" b="b"/>
            <a:pathLst>
              <a:path w="233" h="1135">
                <a:moveTo>
                  <a:pt x="gd3" y="gd2"/>
                </a:moveTo>
                <a:lnTo>
                  <a:pt x="gd0" y="gd2"/>
                </a:lnTo>
                <a:lnTo>
                  <a:pt x="gd0" y="gd4"/>
                </a:lnTo>
                <a:lnTo>
                  <a:pt x="gd0" y="gd5"/>
                </a:lnTo>
                <a:lnTo>
                  <a:pt x="gd6" y="gd0"/>
                </a:lnTo>
                <a:lnTo>
                  <a:pt x="gd1" y="gd7"/>
                </a:lnTo>
                <a:lnTo>
                  <a:pt x="gd3" y="gd8"/>
                </a:lnTo>
                <a:lnTo>
                  <a:pt x="gd3" y="gd2"/>
                </a:lnTo>
                <a:close/>
              </a:path>
            </a:pathLst>
          </a:custGeom>
          <a:gradFill>
            <a:gsLst>
              <a:gs pos="100000">
                <a:srgbClr val="82FFFF"/>
              </a:gs>
              <a:gs pos="0">
                <a:srgbClr val="3D97DE"/>
              </a:gs>
            </a:gsLst>
            <a:lin ang="16200000"/>
          </a:gradFill>
          <a:ln>
            <a:noFill/>
          </a:ln>
          <a:effectLst/>
        </p:spPr>
        <p:txBody>
          <a:bodyPr lIns="0" tIns="0" rIns="0" bIns="0" anchor="t"/>
          <a:lstStyle/>
          <a:p>
            <a:endParaRPr/>
          </a:p>
        </p:txBody>
      </p:sp>
      <p:sp>
        <p:nvSpPr>
          <p:cNvPr id="21" name="Freeform 23"/>
          <p:cNvSpPr/>
          <p:nvPr/>
        </p:nvSpPr>
        <p:spPr>
          <a:xfrm>
            <a:off x="43305" y="3704166"/>
            <a:ext cx="157526" cy="157526"/>
          </a:xfrm>
          <a:custGeom>
            <a:avLst/>
            <a:gdLst>
              <a:gd name="gd0" fmla="val 0"/>
              <a:gd name="gd1" fmla="val 40"/>
              <a:gd name="gd2" fmla="val 20"/>
              <a:gd name="gd3" fmla="val 9"/>
              <a:gd name="gd4" fmla="val 31"/>
              <a:gd name="gd5" fmla="val 4"/>
              <a:gd name="gd6" fmla="val 11"/>
              <a:gd name="gd7" fmla="val 29"/>
              <a:gd name="gd8" fmla="val 36"/>
              <a:gd name="gd9" fmla="val 28"/>
              <a:gd name="gd10" fmla="+- 0 gd1 gd0"/>
              <a:gd name="gd11" fmla="+/ 0 gd10 1"/>
              <a:gd name="gd12" fmla="+/ 0 0 1"/>
              <a:gd name="gd13" fmla="+/ 0 gd1 1"/>
            </a:gdLst>
            <a:ahLst/>
            <a:cxnLst/>
            <a:rect l="0" t="0" r="r" b="b"/>
            <a:pathLst>
              <a:path w="40" h="40">
                <a:moveTo>
                  <a:pt x="gd2" y="gd1"/>
                </a:moveTo>
                <a:cubicBezTo>
                  <a:pt x="gd3" y="gd1"/>
                  <a:pt x="gd0" y="gd4"/>
                  <a:pt x="gd0" y="gd2"/>
                </a:cubicBezTo>
                <a:cubicBezTo>
                  <a:pt x="gd0" y="gd3"/>
                  <a:pt x="gd3" y="gd0"/>
                  <a:pt x="gd2" y="gd0"/>
                </a:cubicBezTo>
                <a:cubicBezTo>
                  <a:pt x="gd4" y="gd0"/>
                  <a:pt x="gd1" y="gd3"/>
                  <a:pt x="gd1" y="gd2"/>
                </a:cubicBezTo>
                <a:cubicBezTo>
                  <a:pt x="gd1" y="gd4"/>
                  <a:pt x="gd4" y="gd1"/>
                  <a:pt x="gd2" y="gd1"/>
                </a:cubicBezTo>
                <a:close/>
                <a:moveTo>
                  <a:pt x="gd2" y="gd5"/>
                </a:moveTo>
                <a:cubicBezTo>
                  <a:pt x="gd6" y="gd5"/>
                  <a:pt x="gd5" y="gd6"/>
                  <a:pt x="gd5" y="gd2"/>
                </a:cubicBezTo>
                <a:cubicBezTo>
                  <a:pt x="gd5" y="gd7"/>
                  <a:pt x="gd6" y="gd8"/>
                  <a:pt x="gd2" y="gd8"/>
                </a:cubicBezTo>
                <a:cubicBezTo>
                  <a:pt x="gd9" y="gd8"/>
                  <a:pt x="gd8" y="gd7"/>
                  <a:pt x="gd8" y="gd2"/>
                </a:cubicBezTo>
                <a:cubicBezTo>
                  <a:pt x="gd8" y="gd6"/>
                  <a:pt x="gd9" y="gd5"/>
                  <a:pt x="gd2" y="gd5"/>
                </a:cubicBezTo>
                <a:close/>
              </a:path>
            </a:pathLst>
          </a:custGeom>
          <a:gradFill>
            <a:gsLst>
              <a:gs pos="100000">
                <a:srgbClr val="82FFFF"/>
              </a:gs>
              <a:gs pos="0">
                <a:srgbClr val="3D97DE"/>
              </a:gs>
            </a:gsLst>
            <a:lin ang="16200000"/>
          </a:gradFill>
          <a:ln>
            <a:noFill/>
          </a:ln>
          <a:effectLst/>
        </p:spPr>
        <p:txBody>
          <a:bodyPr lIns="0" tIns="0" rIns="0" bIns="0" anchor="t"/>
          <a:lstStyle/>
          <a:p>
            <a:endParaRPr/>
          </a:p>
        </p:txBody>
      </p:sp>
      <p:sp>
        <p:nvSpPr>
          <p:cNvPr id="22" name="Freeform 24"/>
          <p:cNvSpPr/>
          <p:nvPr/>
        </p:nvSpPr>
        <p:spPr>
          <a:xfrm>
            <a:off x="-11813" y="4654506"/>
            <a:ext cx="70879" cy="1005416"/>
          </a:xfrm>
          <a:custGeom>
            <a:avLst/>
            <a:gdLst>
              <a:gd name="gd0" fmla="val 0"/>
              <a:gd name="gd1" fmla="val 54"/>
              <a:gd name="gd2" fmla="val 766"/>
              <a:gd name="gd3" fmla="val 36"/>
              <a:gd name="gd4" fmla="val 149"/>
              <a:gd name="gd5" fmla="val 3"/>
              <a:gd name="gd6" fmla="val 18"/>
              <a:gd name="gd7" fmla="val 146"/>
              <a:gd name="gd8" fmla="+- 0 gd2 gd0"/>
              <a:gd name="gd9" fmla="+- 0 gd1 gd0"/>
              <a:gd name="gd10" fmla="+/ 0 gd9 1"/>
              <a:gd name="gd11" fmla="+/ 0 gd8 1"/>
              <a:gd name="gd12" fmla="+/ 0 0 1"/>
              <a:gd name="gd13" fmla="+/ 0 gd1 1"/>
              <a:gd name="gd14" fmla="+/ 0 0 1"/>
              <a:gd name="gd15" fmla="+/ 0 gd2 1"/>
            </a:gdLst>
            <a:ahLst/>
            <a:cxnLst/>
            <a:rect l="0" t="0" r="r" b="b"/>
            <a:pathLst>
              <a:path w="54" h="766">
                <a:moveTo>
                  <a:pt x="gd1" y="gd2"/>
                </a:moveTo>
                <a:lnTo>
                  <a:pt x="gd3" y="gd2"/>
                </a:lnTo>
                <a:lnTo>
                  <a:pt x="gd3" y="gd4"/>
                </a:lnTo>
                <a:lnTo>
                  <a:pt x="gd0" y="gd5"/>
                </a:lnTo>
                <a:lnTo>
                  <a:pt x="gd6" y="gd0"/>
                </a:lnTo>
                <a:lnTo>
                  <a:pt x="gd1" y="gd7"/>
                </a:lnTo>
                <a:lnTo>
                  <a:pt x="gd1" y="gd2"/>
                </a:lnTo>
                <a:close/>
              </a:path>
            </a:pathLst>
          </a:custGeom>
          <a:gradFill>
            <a:gsLst>
              <a:gs pos="100000">
                <a:srgbClr val="82FFFF"/>
              </a:gs>
              <a:gs pos="0">
                <a:srgbClr val="3D97DE"/>
              </a:gs>
            </a:gsLst>
            <a:lin ang="16200000"/>
          </a:gradFill>
          <a:ln>
            <a:noFill/>
          </a:ln>
          <a:effectLst/>
        </p:spPr>
        <p:txBody>
          <a:bodyPr lIns="0" tIns="0" rIns="0" bIns="0" anchor="t"/>
          <a:lstStyle/>
          <a:p>
            <a:endParaRPr/>
          </a:p>
        </p:txBody>
      </p:sp>
      <p:sp>
        <p:nvSpPr>
          <p:cNvPr id="23" name="Freeform 25"/>
          <p:cNvSpPr/>
          <p:nvPr/>
        </p:nvSpPr>
        <p:spPr>
          <a:xfrm>
            <a:off x="435932" y="4024546"/>
            <a:ext cx="157526" cy="156194"/>
          </a:xfrm>
          <a:custGeom>
            <a:avLst/>
            <a:gdLst>
              <a:gd name="gd0" fmla="val 0"/>
              <a:gd name="gd1" fmla="val 40"/>
              <a:gd name="gd2" fmla="val 20"/>
              <a:gd name="gd3" fmla="val 9"/>
              <a:gd name="gd4" fmla="val 31"/>
              <a:gd name="gd5" fmla="val 4"/>
              <a:gd name="gd6" fmla="val 11"/>
              <a:gd name="gd7" fmla="val 29"/>
              <a:gd name="gd8" fmla="val 36"/>
              <a:gd name="gd9" fmla="+- 0 gd1 gd0"/>
              <a:gd name="gd10" fmla="+/ 0 gd9 1"/>
              <a:gd name="gd11" fmla="+/ 0 0 1"/>
              <a:gd name="gd12" fmla="+/ 0 gd1 1"/>
            </a:gdLst>
            <a:ahLst/>
            <a:cxnLst/>
            <a:rect l="0" t="0" r="r" b="b"/>
            <a:pathLst>
              <a:path w="40" h="40">
                <a:moveTo>
                  <a:pt x="gd2" y="gd1"/>
                </a:moveTo>
                <a:cubicBezTo>
                  <a:pt x="gd3" y="gd1"/>
                  <a:pt x="gd0" y="gd4"/>
                  <a:pt x="gd0" y="gd2"/>
                </a:cubicBezTo>
                <a:cubicBezTo>
                  <a:pt x="gd0" y="gd3"/>
                  <a:pt x="gd3" y="gd0"/>
                  <a:pt x="gd2" y="gd0"/>
                </a:cubicBezTo>
                <a:cubicBezTo>
                  <a:pt x="gd4" y="gd0"/>
                  <a:pt x="gd1" y="gd3"/>
                  <a:pt x="gd1" y="gd2"/>
                </a:cubicBezTo>
                <a:cubicBezTo>
                  <a:pt x="gd1" y="gd4"/>
                  <a:pt x="gd4" y="gd1"/>
                  <a:pt x="gd2" y="gd1"/>
                </a:cubicBezTo>
                <a:close/>
                <a:moveTo>
                  <a:pt x="gd2" y="gd5"/>
                </a:moveTo>
                <a:cubicBezTo>
                  <a:pt x="gd6" y="gd5"/>
                  <a:pt x="gd5" y="gd6"/>
                  <a:pt x="gd5" y="gd2"/>
                </a:cubicBezTo>
                <a:cubicBezTo>
                  <a:pt x="gd5" y="gd7"/>
                  <a:pt x="gd6" y="gd8"/>
                  <a:pt x="gd2" y="gd8"/>
                </a:cubicBezTo>
                <a:cubicBezTo>
                  <a:pt x="gd7" y="gd8"/>
                  <a:pt x="gd8" y="gd7"/>
                  <a:pt x="gd8" y="gd2"/>
                </a:cubicBezTo>
                <a:cubicBezTo>
                  <a:pt x="gd8" y="gd6"/>
                  <a:pt x="gd7" y="gd5"/>
                  <a:pt x="gd2" y="gd5"/>
                </a:cubicBezTo>
                <a:close/>
              </a:path>
            </a:pathLst>
          </a:custGeom>
          <a:gradFill>
            <a:gsLst>
              <a:gs pos="100000">
                <a:srgbClr val="82FFFF"/>
              </a:gs>
              <a:gs pos="0">
                <a:srgbClr val="3D97DE"/>
              </a:gs>
            </a:gsLst>
            <a:lin ang="16200000"/>
          </a:gradFill>
          <a:ln>
            <a:noFill/>
          </a:ln>
          <a:effectLst/>
        </p:spPr>
        <p:txBody>
          <a:bodyPr lIns="0" tIns="0" rIns="0" bIns="0" anchor="t"/>
          <a:lstStyle/>
          <a:p>
            <a:endParaRPr/>
          </a:p>
        </p:txBody>
      </p:sp>
      <p:sp>
        <p:nvSpPr>
          <p:cNvPr id="24" name="Freeform 26"/>
          <p:cNvSpPr/>
          <p:nvPr/>
        </p:nvSpPr>
        <p:spPr>
          <a:xfrm>
            <a:off x="255943" y="4485317"/>
            <a:ext cx="309760" cy="1178565"/>
          </a:xfrm>
          <a:custGeom>
            <a:avLst/>
            <a:gdLst>
              <a:gd name="gd0" fmla="val 0"/>
              <a:gd name="gd1" fmla="val 236"/>
              <a:gd name="gd2" fmla="val 898"/>
              <a:gd name="gd3" fmla="val 18"/>
              <a:gd name="gd4" fmla="val 515"/>
              <a:gd name="gd5" fmla="val 3"/>
              <a:gd name="gd6" fmla="val 512"/>
              <a:gd name="gd7" fmla="val 221"/>
              <a:gd name="gd8" fmla="val 6"/>
              <a:gd name="gd9" fmla="val 518"/>
              <a:gd name="gd10" fmla="+- 0 gd2 gd0"/>
              <a:gd name="gd11" fmla="+- 0 gd1 gd0"/>
              <a:gd name="gd12" fmla="+/ 0 gd11 1"/>
              <a:gd name="gd13" fmla="+/ 0 gd10 1"/>
              <a:gd name="gd14" fmla="+/ 0 0 1"/>
              <a:gd name="gd15" fmla="+/ 0 gd1 1"/>
              <a:gd name="gd16" fmla="+/ 0 0 1"/>
              <a:gd name="gd17" fmla="+/ 0 gd2 1"/>
            </a:gdLst>
            <a:ahLst/>
            <a:cxnLst/>
            <a:rect l="0" t="0" r="r" b="b"/>
            <a:pathLst>
              <a:path w="236" h="898">
                <a:moveTo>
                  <a:pt x="gd3" y="gd2"/>
                </a:moveTo>
                <a:lnTo>
                  <a:pt x="gd0" y="gd2"/>
                </a:lnTo>
                <a:lnTo>
                  <a:pt x="gd0" y="gd4"/>
                </a:lnTo>
                <a:lnTo>
                  <a:pt x="gd5" y="gd6"/>
                </a:lnTo>
                <a:lnTo>
                  <a:pt x="gd7" y="gd0"/>
                </a:lnTo>
                <a:lnTo>
                  <a:pt x="gd1" y="gd8"/>
                </a:lnTo>
                <a:lnTo>
                  <a:pt x="gd3" y="gd9"/>
                </a:lnTo>
                <a:lnTo>
                  <a:pt x="gd3" y="gd2"/>
                </a:lnTo>
                <a:close/>
              </a:path>
            </a:pathLst>
          </a:custGeom>
          <a:gradFill>
            <a:gsLst>
              <a:gs pos="100000">
                <a:srgbClr val="82FFFF"/>
              </a:gs>
              <a:gs pos="0">
                <a:srgbClr val="3D97DE"/>
              </a:gs>
            </a:gsLst>
            <a:lin ang="16200000"/>
          </a:gradFill>
          <a:ln>
            <a:noFill/>
          </a:ln>
          <a:effectLst/>
        </p:spPr>
        <p:txBody>
          <a:bodyPr lIns="0" tIns="0" rIns="0" bIns="0" anchor="t"/>
          <a:lstStyle/>
          <a:p>
            <a:endParaRPr/>
          </a:p>
        </p:txBody>
      </p:sp>
      <p:sp>
        <p:nvSpPr>
          <p:cNvPr id="25" name="Freeform 27"/>
          <p:cNvSpPr/>
          <p:nvPr/>
        </p:nvSpPr>
        <p:spPr>
          <a:xfrm>
            <a:off x="471210" y="4917290"/>
            <a:ext cx="125992" cy="754872"/>
          </a:xfrm>
          <a:custGeom>
            <a:avLst/>
            <a:gdLst>
              <a:gd name="gd0" fmla="val 0"/>
              <a:gd name="gd1" fmla="val 96"/>
              <a:gd name="gd2" fmla="val 575"/>
              <a:gd name="gd3" fmla="val 15"/>
              <a:gd name="gd4" fmla="val 569"/>
              <a:gd name="gd5" fmla="val 81"/>
              <a:gd name="gd6" fmla="val 383"/>
              <a:gd name="gd7" fmla="val 386"/>
              <a:gd name="gd8" fmla="+- 0 gd2 gd0"/>
              <a:gd name="gd9" fmla="+- 0 gd1 gd0"/>
              <a:gd name="gd10" fmla="+/ 0 gd9 1"/>
              <a:gd name="gd11" fmla="+/ 0 gd8 1"/>
              <a:gd name="gd12" fmla="+/ 0 0 1"/>
              <a:gd name="gd13" fmla="+/ 0 gd1 1"/>
              <a:gd name="gd14" fmla="+/ 0 0 1"/>
              <a:gd name="gd15" fmla="+/ 0 gd2 1"/>
            </a:gdLst>
            <a:ahLst/>
            <a:cxnLst/>
            <a:rect l="0" t="0" r="r" b="b"/>
            <a:pathLst>
              <a:path w="96" h="575">
                <a:moveTo>
                  <a:pt x="gd3" y="gd2"/>
                </a:moveTo>
                <a:lnTo>
                  <a:pt x="gd0" y="gd4"/>
                </a:lnTo>
                <a:lnTo>
                  <a:pt x="gd5" y="gd6"/>
                </a:lnTo>
                <a:lnTo>
                  <a:pt x="gd5" y="gd0"/>
                </a:lnTo>
                <a:lnTo>
                  <a:pt x="gd1" y="gd0"/>
                </a:lnTo>
                <a:lnTo>
                  <a:pt x="gd1" y="gd7"/>
                </a:lnTo>
                <a:lnTo>
                  <a:pt x="gd3" y="gd2"/>
                </a:lnTo>
                <a:close/>
              </a:path>
            </a:pathLst>
          </a:custGeom>
          <a:gradFill>
            <a:gsLst>
              <a:gs pos="100000">
                <a:srgbClr val="82FFFF"/>
              </a:gs>
              <a:gs pos="0">
                <a:srgbClr val="3D97DE"/>
              </a:gs>
            </a:gsLst>
            <a:lin ang="16200000"/>
          </a:gradFill>
          <a:ln>
            <a:noFill/>
          </a:ln>
          <a:effectLst/>
        </p:spPr>
        <p:txBody>
          <a:bodyPr lIns="0" tIns="0" rIns="0" bIns="0" anchor="t"/>
          <a:lstStyle/>
          <a:p>
            <a:endParaRPr/>
          </a:p>
        </p:txBody>
      </p:sp>
      <p:sp>
        <p:nvSpPr>
          <p:cNvPr id="26" name="Freeform 28"/>
          <p:cNvSpPr/>
          <p:nvPr/>
        </p:nvSpPr>
        <p:spPr>
          <a:xfrm>
            <a:off x="506488" y="4337726"/>
            <a:ext cx="157526" cy="157526"/>
          </a:xfrm>
          <a:custGeom>
            <a:avLst/>
            <a:gdLst>
              <a:gd name="gd0" fmla="val 0"/>
              <a:gd name="gd1" fmla="val 40"/>
              <a:gd name="gd2" fmla="val 20"/>
              <a:gd name="gd3" fmla="val 9"/>
              <a:gd name="gd4" fmla="val 31"/>
              <a:gd name="gd5" fmla="val 4"/>
              <a:gd name="gd6" fmla="val 12"/>
              <a:gd name="gd7" fmla="val 11"/>
              <a:gd name="gd8" fmla="val 29"/>
              <a:gd name="gd9" fmla="val 36"/>
              <a:gd name="gd10" fmla="+- 0 gd1 gd0"/>
              <a:gd name="gd11" fmla="+/ 0 gd10 1"/>
              <a:gd name="gd12" fmla="+/ 0 0 1"/>
              <a:gd name="gd13" fmla="+/ 0 gd1 1"/>
            </a:gdLst>
            <a:ahLst/>
            <a:cxnLst/>
            <a:rect l="0" t="0" r="r" b="b"/>
            <a:pathLst>
              <a:path w="40" h="40">
                <a:moveTo>
                  <a:pt x="gd2" y="gd1"/>
                </a:moveTo>
                <a:cubicBezTo>
                  <a:pt x="gd3" y="gd1"/>
                  <a:pt x="gd0" y="gd4"/>
                  <a:pt x="gd0" y="gd2"/>
                </a:cubicBezTo>
                <a:cubicBezTo>
                  <a:pt x="gd0" y="gd3"/>
                  <a:pt x="gd3" y="gd0"/>
                  <a:pt x="gd2" y="gd0"/>
                </a:cubicBezTo>
                <a:cubicBezTo>
                  <a:pt x="gd4" y="gd0"/>
                  <a:pt x="gd1" y="gd3"/>
                  <a:pt x="gd1" y="gd2"/>
                </a:cubicBezTo>
                <a:cubicBezTo>
                  <a:pt x="gd1" y="gd4"/>
                  <a:pt x="gd4" y="gd1"/>
                  <a:pt x="gd2" y="gd1"/>
                </a:cubicBezTo>
                <a:close/>
                <a:moveTo>
                  <a:pt x="gd2" y="gd5"/>
                </a:moveTo>
                <a:cubicBezTo>
                  <a:pt x="gd6" y="gd5"/>
                  <a:pt x="gd5" y="gd7"/>
                  <a:pt x="gd5" y="gd2"/>
                </a:cubicBezTo>
                <a:cubicBezTo>
                  <a:pt x="gd5" y="gd8"/>
                  <a:pt x="gd6" y="gd9"/>
                  <a:pt x="gd2" y="gd9"/>
                </a:cubicBezTo>
                <a:cubicBezTo>
                  <a:pt x="gd8" y="gd9"/>
                  <a:pt x="gd9" y="gd8"/>
                  <a:pt x="gd9" y="gd2"/>
                </a:cubicBezTo>
                <a:cubicBezTo>
                  <a:pt x="gd9" y="gd7"/>
                  <a:pt x="gd8" y="gd5"/>
                  <a:pt x="gd2" y="gd5"/>
                </a:cubicBezTo>
                <a:close/>
              </a:path>
            </a:pathLst>
          </a:custGeom>
          <a:gradFill>
            <a:gsLst>
              <a:gs pos="100000">
                <a:srgbClr val="82FFFF"/>
              </a:gs>
              <a:gs pos="0">
                <a:srgbClr val="3D97DE"/>
              </a:gs>
            </a:gsLst>
            <a:lin ang="16200000"/>
          </a:gradFill>
          <a:ln>
            <a:noFill/>
          </a:ln>
          <a:effectLst/>
        </p:spPr>
        <p:txBody>
          <a:bodyPr lIns="0" tIns="0" rIns="0" bIns="0" anchor="t"/>
          <a:lstStyle/>
          <a:p>
            <a:endParaRPr/>
          </a:p>
        </p:txBody>
      </p:sp>
      <p:sp>
        <p:nvSpPr>
          <p:cNvPr id="27" name="Freeform 29"/>
          <p:cNvSpPr/>
          <p:nvPr/>
        </p:nvSpPr>
        <p:spPr>
          <a:xfrm>
            <a:off x="506488" y="4766099"/>
            <a:ext cx="157526" cy="157526"/>
          </a:xfrm>
          <a:custGeom>
            <a:avLst/>
            <a:gdLst>
              <a:gd name="gd0" fmla="val 0"/>
              <a:gd name="gd1" fmla="val 40"/>
              <a:gd name="gd2" fmla="val 20"/>
              <a:gd name="gd3" fmla="val 9"/>
              <a:gd name="gd4" fmla="val 31"/>
              <a:gd name="gd5" fmla="val 4"/>
              <a:gd name="gd6" fmla="val 12"/>
              <a:gd name="gd7" fmla="val 11"/>
              <a:gd name="gd8" fmla="val 29"/>
              <a:gd name="gd9" fmla="val 36"/>
              <a:gd name="gd10" fmla="+- 0 gd1 gd0"/>
              <a:gd name="gd11" fmla="+/ 0 gd10 1"/>
              <a:gd name="gd12" fmla="+/ 0 0 1"/>
              <a:gd name="gd13" fmla="+/ 0 gd1 1"/>
            </a:gdLst>
            <a:ahLst/>
            <a:cxnLst/>
            <a:rect l="0" t="0" r="r" b="b"/>
            <a:pathLst>
              <a:path w="40" h="40">
                <a:moveTo>
                  <a:pt x="gd2" y="gd1"/>
                </a:moveTo>
                <a:cubicBezTo>
                  <a:pt x="gd3" y="gd1"/>
                  <a:pt x="gd0" y="gd4"/>
                  <a:pt x="gd0" y="gd2"/>
                </a:cubicBezTo>
                <a:cubicBezTo>
                  <a:pt x="gd0" y="gd3"/>
                  <a:pt x="gd3" y="gd0"/>
                  <a:pt x="gd2" y="gd0"/>
                </a:cubicBezTo>
                <a:cubicBezTo>
                  <a:pt x="gd4" y="gd0"/>
                  <a:pt x="gd1" y="gd3"/>
                  <a:pt x="gd1" y="gd2"/>
                </a:cubicBezTo>
                <a:cubicBezTo>
                  <a:pt x="gd1" y="gd4"/>
                  <a:pt x="gd4" y="gd1"/>
                  <a:pt x="gd2" y="gd1"/>
                </a:cubicBezTo>
                <a:close/>
                <a:moveTo>
                  <a:pt x="gd2" y="gd5"/>
                </a:moveTo>
                <a:cubicBezTo>
                  <a:pt x="gd6" y="gd5"/>
                  <a:pt x="gd5" y="gd7"/>
                  <a:pt x="gd5" y="gd2"/>
                </a:cubicBezTo>
                <a:cubicBezTo>
                  <a:pt x="gd5" y="gd8"/>
                  <a:pt x="gd6" y="gd9"/>
                  <a:pt x="gd2" y="gd9"/>
                </a:cubicBezTo>
                <a:cubicBezTo>
                  <a:pt x="gd8" y="gd9"/>
                  <a:pt x="gd9" y="gd8"/>
                  <a:pt x="gd9" y="gd2"/>
                </a:cubicBezTo>
                <a:cubicBezTo>
                  <a:pt x="gd9" y="gd7"/>
                  <a:pt x="gd8" y="gd5"/>
                  <a:pt x="gd2" y="gd5"/>
                </a:cubicBezTo>
                <a:close/>
              </a:path>
            </a:pathLst>
          </a:custGeom>
          <a:gradFill>
            <a:gsLst>
              <a:gs pos="100000">
                <a:srgbClr val="82FFFF"/>
              </a:gs>
              <a:gs pos="0">
                <a:srgbClr val="3D97DE"/>
              </a:gs>
            </a:gsLst>
            <a:lin ang="16200000"/>
          </a:gradFill>
          <a:ln>
            <a:noFill/>
          </a:ln>
          <a:effectLst/>
        </p:spPr>
        <p:txBody>
          <a:bodyPr lIns="0" tIns="0" rIns="0" bIns="0" anchor="t"/>
          <a:lstStyle/>
          <a:p>
            <a:endParaRPr/>
          </a:p>
        </p:txBody>
      </p:sp>
      <p:sp>
        <p:nvSpPr>
          <p:cNvPr id="28" name="Freeform 30"/>
          <p:cNvSpPr/>
          <p:nvPr/>
        </p:nvSpPr>
        <p:spPr>
          <a:xfrm>
            <a:off x="554005" y="5234070"/>
            <a:ext cx="345218" cy="428013"/>
          </a:xfrm>
          <a:custGeom>
            <a:avLst/>
            <a:gdLst>
              <a:gd name="gd0" fmla="val 0"/>
              <a:gd name="gd1" fmla="val 263"/>
              <a:gd name="gd2" fmla="val 326"/>
              <a:gd name="gd3" fmla="val 15"/>
              <a:gd name="gd4" fmla="val 320"/>
              <a:gd name="gd5" fmla="val 45"/>
              <a:gd name="gd6" fmla="val 206"/>
              <a:gd name="gd7" fmla="val 48"/>
              <a:gd name="gd8" fmla="val 254"/>
              <a:gd name="gd9" fmla="val 12"/>
              <a:gd name="gd10" fmla="val 60"/>
              <a:gd name="gd11" fmla="val 215"/>
              <a:gd name="gd12" fmla="+- 0 gd2 gd0"/>
              <a:gd name="gd13" fmla="+- 0 gd1 gd0"/>
              <a:gd name="gd14" fmla="+/ 0 gd13 1"/>
              <a:gd name="gd15" fmla="+/ 0 gd12 1"/>
              <a:gd name="gd16" fmla="+/ 0 0 1"/>
              <a:gd name="gd17" fmla="+/ 0 gd1 1"/>
              <a:gd name="gd18" fmla="+/ 0 0 1"/>
              <a:gd name="gd19" fmla="+/ 0 gd2 1"/>
            </a:gdLst>
            <a:ahLst/>
            <a:cxnLst/>
            <a:rect l="0" t="0" r="r" b="b"/>
            <a:pathLst>
              <a:path w="263" h="326">
                <a:moveTo>
                  <a:pt x="gd3" y="gd2"/>
                </a:moveTo>
                <a:lnTo>
                  <a:pt x="gd0" y="gd4"/>
                </a:lnTo>
                <a:lnTo>
                  <a:pt x="gd5" y="gd6"/>
                </a:lnTo>
                <a:lnTo>
                  <a:pt x="gd7" y="gd6"/>
                </a:lnTo>
                <a:lnTo>
                  <a:pt x="gd8" y="gd0"/>
                </a:lnTo>
                <a:lnTo>
                  <a:pt x="gd1" y="gd9"/>
                </a:lnTo>
                <a:lnTo>
                  <a:pt x="gd10" y="gd11"/>
                </a:lnTo>
                <a:lnTo>
                  <a:pt x="gd3" y="gd2"/>
                </a:lnTo>
                <a:close/>
              </a:path>
            </a:pathLst>
          </a:custGeom>
          <a:gradFill>
            <a:gsLst>
              <a:gs pos="100000">
                <a:srgbClr val="82FFFF"/>
              </a:gs>
              <a:gs pos="0">
                <a:srgbClr val="3D97DE"/>
              </a:gs>
            </a:gsLst>
            <a:lin ang="16200000"/>
          </a:gradFill>
          <a:ln>
            <a:noFill/>
          </a:ln>
          <a:effectLst/>
        </p:spPr>
        <p:txBody>
          <a:bodyPr lIns="0" tIns="0" rIns="0" bIns="0" anchor="t"/>
          <a:lstStyle/>
          <a:p>
            <a:endParaRPr/>
          </a:p>
        </p:txBody>
      </p:sp>
      <p:sp>
        <p:nvSpPr>
          <p:cNvPr id="29" name="Freeform 31"/>
          <p:cNvSpPr/>
          <p:nvPr/>
        </p:nvSpPr>
        <p:spPr>
          <a:xfrm>
            <a:off x="867545" y="5144075"/>
            <a:ext cx="129951" cy="122068"/>
          </a:xfrm>
          <a:custGeom>
            <a:avLst/>
            <a:gdLst>
              <a:gd name="gd0" fmla="val 0"/>
              <a:gd name="gd1" fmla="val 33"/>
              <a:gd name="gd2" fmla="val 31"/>
              <a:gd name="gd3" fmla="val 16"/>
              <a:gd name="gd4" fmla="val 12"/>
              <a:gd name="gd5" fmla="val 8"/>
              <a:gd name="gd6" fmla="val 29"/>
              <a:gd name="gd7" fmla="val 5"/>
              <a:gd name="gd8" fmla="val 26"/>
              <a:gd name="gd9" fmla="val 2"/>
              <a:gd name="gd10" fmla="val 24"/>
              <a:gd name="gd11" fmla="val 20"/>
              <a:gd name="gd12" fmla="val 15"/>
              <a:gd name="gd13" fmla="val 11"/>
              <a:gd name="gd14" fmla="val 7"/>
              <a:gd name="gd15" fmla="val 4"/>
              <a:gd name="gd16" fmla="val 1"/>
              <a:gd name="gd17" fmla="val 27"/>
              <a:gd name="gd18" fmla="val 10"/>
              <a:gd name="gd19" fmla="val 13"/>
              <a:gd name="gd20" fmla="val 6"/>
              <a:gd name="gd21" fmla="val 9"/>
              <a:gd name="gd22" fmla="val 19"/>
              <a:gd name="gd23" fmla="val 21"/>
              <a:gd name="gd24" fmla="val 22"/>
              <a:gd name="gd25" fmla="+- 0 gd2 gd0"/>
              <a:gd name="gd26" fmla="+- 0 gd1 gd0"/>
              <a:gd name="gd27" fmla="+/ 0 gd26 1"/>
              <a:gd name="gd28" fmla="+/ 0 gd25 1"/>
              <a:gd name="gd29" fmla="+/ 0 0 1"/>
              <a:gd name="gd30" fmla="+/ 0 gd1 1"/>
              <a:gd name="gd31" fmla="+/ 0 0 1"/>
              <a:gd name="gd32" fmla="+/ 0 gd2 1"/>
            </a:gdLst>
            <a:ahLst/>
            <a:cxnLst/>
            <a:rect l="0" t="0" r="r" b="b"/>
            <a:pathLst>
              <a:path w="33" h="31">
                <a:moveTo>
                  <a:pt x="gd3" y="gd2"/>
                </a:moveTo>
                <a:cubicBezTo>
                  <a:pt x="gd4" y="gd2"/>
                  <a:pt x="gd5" y="gd6"/>
                  <a:pt x="gd7" y="gd8"/>
                </a:cubicBezTo>
                <a:cubicBezTo>
                  <a:pt x="gd9" y="gd10"/>
                  <a:pt x="gd0" y="gd11"/>
                  <a:pt x="gd0" y="gd12"/>
                </a:cubicBezTo>
                <a:cubicBezTo>
                  <a:pt x="gd0" y="gd13"/>
                  <a:pt x="gd9" y="gd14"/>
                  <a:pt x="gd7" y="gd15"/>
                </a:cubicBezTo>
                <a:cubicBezTo>
                  <a:pt x="gd5" y="gd16"/>
                  <a:pt x="gd4" y="gd0"/>
                  <a:pt x="gd3" y="gd0"/>
                </a:cubicBezTo>
                <a:cubicBezTo>
                  <a:pt x="gd11" y="gd0"/>
                  <a:pt x="gd10" y="gd16"/>
                  <a:pt x="gd17" y="gd15"/>
                </a:cubicBezTo>
                <a:cubicBezTo>
                  <a:pt x="gd1" y="gd18"/>
                  <a:pt x="gd1" y="gd11"/>
                  <a:pt x="gd17" y="gd8"/>
                </a:cubicBezTo>
                <a:cubicBezTo>
                  <a:pt x="gd10" y="gd6"/>
                  <a:pt x="gd11" y="gd2"/>
                  <a:pt x="gd3" y="gd2"/>
                </a:cubicBezTo>
                <a:close/>
                <a:moveTo>
                  <a:pt x="gd3" y="gd15"/>
                </a:moveTo>
                <a:cubicBezTo>
                  <a:pt x="gd19" y="gd15"/>
                  <a:pt x="gd18" y="gd7"/>
                  <a:pt x="gd5" y="gd14"/>
                </a:cubicBezTo>
                <a:cubicBezTo>
                  <a:pt x="gd20" y="gd21"/>
                  <a:pt x="gd15" y="gd4"/>
                  <a:pt x="gd15" y="gd12"/>
                </a:cubicBezTo>
                <a:cubicBezTo>
                  <a:pt x="gd15" y="gd22"/>
                  <a:pt x="gd20" y="gd23"/>
                  <a:pt x="gd5" y="gd10"/>
                </a:cubicBezTo>
                <a:cubicBezTo>
                  <a:pt x="gd18" y="gd8"/>
                  <a:pt x="gd19" y="gd17"/>
                  <a:pt x="gd3" y="gd17"/>
                </a:cubicBezTo>
                <a:cubicBezTo>
                  <a:pt x="gd22" y="gd17"/>
                  <a:pt x="gd24" y="gd8"/>
                  <a:pt x="gd10" y="gd10"/>
                </a:cubicBezTo>
                <a:cubicBezTo>
                  <a:pt x="gd6" y="gd22"/>
                  <a:pt x="gd6" y="gd4"/>
                  <a:pt x="gd10" y="gd14"/>
                </a:cubicBezTo>
                <a:cubicBezTo>
                  <a:pt x="gd24" y="gd7"/>
                  <a:pt x="gd22" y="gd15"/>
                  <a:pt x="gd3" y="gd15"/>
                </a:cubicBezTo>
                <a:close/>
              </a:path>
            </a:pathLst>
          </a:custGeom>
          <a:gradFill>
            <a:gsLst>
              <a:gs pos="100000">
                <a:srgbClr val="82FFFF"/>
              </a:gs>
              <a:gs pos="0">
                <a:srgbClr val="3D97DE"/>
              </a:gs>
            </a:gsLst>
            <a:lin ang="16200000"/>
          </a:gradFill>
          <a:ln>
            <a:noFill/>
          </a:ln>
          <a:effectLst/>
        </p:spPr>
        <p:txBody>
          <a:bodyPr lIns="0" tIns="0" rIns="0" bIns="0" anchor="t"/>
          <a:lstStyle/>
          <a:p>
            <a:endParaRPr/>
          </a:p>
        </p:txBody>
      </p:sp>
      <p:sp>
        <p:nvSpPr>
          <p:cNvPr id="30" name="Freeform 32"/>
          <p:cNvSpPr/>
          <p:nvPr/>
        </p:nvSpPr>
        <p:spPr>
          <a:xfrm>
            <a:off x="9496201" y="0"/>
            <a:ext cx="345218" cy="424053"/>
          </a:xfrm>
          <a:custGeom>
            <a:avLst/>
            <a:gdLst>
              <a:gd name="gd0" fmla="val 0"/>
              <a:gd name="gd1" fmla="val 263"/>
              <a:gd name="gd2" fmla="val 323"/>
              <a:gd name="gd3" fmla="val 12"/>
              <a:gd name="gd4" fmla="val 314"/>
              <a:gd name="gd5" fmla="val 203"/>
              <a:gd name="gd6" fmla="val 108"/>
              <a:gd name="gd7" fmla="val 248"/>
              <a:gd name="gd8" fmla="val 6"/>
              <a:gd name="gd9" fmla="val 218"/>
              <a:gd name="gd10" fmla="val 117"/>
              <a:gd name="gd11" fmla="+- 0 gd2 gd0"/>
              <a:gd name="gd12" fmla="+- 0 gd1 gd0"/>
              <a:gd name="gd13" fmla="+/ 0 gd12 1"/>
              <a:gd name="gd14" fmla="+/ 0 gd11 1"/>
              <a:gd name="gd15" fmla="+/ 0 0 1"/>
              <a:gd name="gd16" fmla="+/ 0 gd1 1"/>
              <a:gd name="gd17" fmla="+/ 0 0 1"/>
              <a:gd name="gd18" fmla="+/ 0 gd2 1"/>
            </a:gdLst>
            <a:ahLst/>
            <a:cxnLst/>
            <a:rect l="0" t="0" r="r" b="b"/>
            <a:pathLst>
              <a:path w="263" h="323">
                <a:moveTo>
                  <a:pt x="gd3" y="gd2"/>
                </a:moveTo>
                <a:lnTo>
                  <a:pt x="gd0" y="gd4"/>
                </a:lnTo>
                <a:lnTo>
                  <a:pt x="gd5" y="gd6"/>
                </a:lnTo>
                <a:lnTo>
                  <a:pt x="gd7" y="gd0"/>
                </a:lnTo>
                <a:lnTo>
                  <a:pt x="gd1" y="gd8"/>
                </a:lnTo>
                <a:lnTo>
                  <a:pt x="gd9" y="gd10"/>
                </a:lnTo>
                <a:lnTo>
                  <a:pt x="gd9" y="gd10"/>
                </a:lnTo>
                <a:lnTo>
                  <a:pt x="gd3" y="gd2"/>
                </a:lnTo>
                <a:close/>
              </a:path>
            </a:pathLst>
          </a:custGeom>
          <a:gradFill>
            <a:gsLst>
              <a:gs pos="100000">
                <a:srgbClr val="82FFFF">
                  <a:alpha val="60000"/>
                </a:srgbClr>
              </a:gs>
              <a:gs pos="0">
                <a:srgbClr val="3D97DE">
                  <a:alpha val="100000"/>
                </a:srgbClr>
              </a:gs>
            </a:gsLst>
            <a:lin ang="16200000"/>
          </a:gradFill>
          <a:ln>
            <a:noFill/>
          </a:ln>
          <a:effectLst/>
        </p:spPr>
        <p:txBody>
          <a:bodyPr lIns="0" tIns="0" rIns="0" bIns="0" anchor="t"/>
          <a:lstStyle/>
          <a:p>
            <a:endParaRPr/>
          </a:p>
        </p:txBody>
      </p:sp>
      <p:sp>
        <p:nvSpPr>
          <p:cNvPr id="31" name="Freeform 33"/>
          <p:cNvSpPr/>
          <p:nvPr/>
        </p:nvSpPr>
        <p:spPr>
          <a:xfrm>
            <a:off x="9395408" y="392375"/>
            <a:ext cx="129951" cy="126028"/>
          </a:xfrm>
          <a:custGeom>
            <a:avLst/>
            <a:gdLst>
              <a:gd name="gd0" fmla="val 0"/>
              <a:gd name="gd1" fmla="val 33"/>
              <a:gd name="gd2" fmla="val 32"/>
              <a:gd name="gd3" fmla="val 17"/>
              <a:gd name="gd4" fmla="val 13"/>
              <a:gd name="gd5" fmla="val 9"/>
              <a:gd name="gd6" fmla="val 30"/>
              <a:gd name="gd7" fmla="val 6"/>
              <a:gd name="gd8" fmla="val 27"/>
              <a:gd name="gd9" fmla="val 21"/>
              <a:gd name="gd10" fmla="val 11"/>
              <a:gd name="gd11" fmla="val 5"/>
              <a:gd name="gd12" fmla="val 2"/>
              <a:gd name="gd13" fmla="val 25"/>
              <a:gd name="gd14" fmla="val 28"/>
              <a:gd name="gd15" fmla="val 31"/>
              <a:gd name="gd16" fmla="val 8"/>
              <a:gd name="gd17" fmla="val 12"/>
              <a:gd name="gd18" fmla="val 16"/>
              <a:gd name="gd19" fmla="val 20"/>
              <a:gd name="gd20" fmla="val 24"/>
              <a:gd name="gd21" fmla="val 4"/>
              <a:gd name="gd22" fmla="val 14"/>
              <a:gd name="gd23" fmla="val 23"/>
              <a:gd name="gd24" fmla="val 26"/>
              <a:gd name="gd25" fmla="+- 0 gd2 gd0"/>
              <a:gd name="gd26" fmla="+- 0 gd1 gd0"/>
              <a:gd name="gd27" fmla="+/ 0 gd26 1"/>
              <a:gd name="gd28" fmla="+/ 0 gd25 1"/>
              <a:gd name="gd29" fmla="+/ 0 0 1"/>
              <a:gd name="gd30" fmla="+/ 0 gd1 1"/>
              <a:gd name="gd31" fmla="+/ 0 0 1"/>
              <a:gd name="gd32" fmla="+/ 0 gd2 1"/>
            </a:gdLst>
            <a:ahLst/>
            <a:cxnLst/>
            <a:rect l="0" t="0" r="r" b="b"/>
            <a:pathLst>
              <a:path w="33" h="32">
                <a:moveTo>
                  <a:pt x="gd3" y="gd2"/>
                </a:moveTo>
                <a:cubicBezTo>
                  <a:pt x="gd4" y="gd2"/>
                  <a:pt x="gd5" y="gd6"/>
                  <a:pt x="gd7" y="gd8"/>
                </a:cubicBezTo>
                <a:cubicBezTo>
                  <a:pt x="gd0" y="gd9"/>
                  <a:pt x="gd0" y="gd10"/>
                  <a:pt x="gd7" y="gd11"/>
                </a:cubicBezTo>
                <a:cubicBezTo>
                  <a:pt x="gd5" y="gd12"/>
                  <a:pt x="gd4" y="gd0"/>
                  <a:pt x="gd3" y="gd0"/>
                </a:cubicBezTo>
                <a:cubicBezTo>
                  <a:pt x="gd9" y="gd0"/>
                  <a:pt x="gd13" y="gd12"/>
                  <a:pt x="gd14" y="gd11"/>
                </a:cubicBezTo>
                <a:cubicBezTo>
                  <a:pt x="gd15" y="gd16"/>
                  <a:pt x="gd1" y="gd17"/>
                  <a:pt x="gd1" y="gd18"/>
                </a:cubicBezTo>
                <a:cubicBezTo>
                  <a:pt x="gd1" y="gd19"/>
                  <a:pt x="gd15" y="gd20"/>
                  <a:pt x="gd14" y="gd8"/>
                </a:cubicBezTo>
                <a:cubicBezTo>
                  <a:pt x="gd13" y="gd6"/>
                  <a:pt x="gd9" y="gd2"/>
                  <a:pt x="gd3" y="gd2"/>
                </a:cubicBezTo>
                <a:close/>
                <a:moveTo>
                  <a:pt x="gd3" y="gd21"/>
                </a:moveTo>
                <a:cubicBezTo>
                  <a:pt x="gd22" y="gd21"/>
                  <a:pt x="gd10" y="gd7"/>
                  <a:pt x="gd5" y="gd16"/>
                </a:cubicBezTo>
                <a:cubicBezTo>
                  <a:pt x="gd21" y="gd17"/>
                  <a:pt x="gd21" y="gd19"/>
                  <a:pt x="gd5" y="gd20"/>
                </a:cubicBezTo>
                <a:cubicBezTo>
                  <a:pt x="gd10" y="gd8"/>
                  <a:pt x="gd22" y="gd14"/>
                  <a:pt x="gd3" y="gd14"/>
                </a:cubicBezTo>
                <a:cubicBezTo>
                  <a:pt x="gd19" y="gd14"/>
                  <a:pt x="gd23" y="gd8"/>
                  <a:pt x="gd24" y="gd20"/>
                </a:cubicBezTo>
                <a:cubicBezTo>
                  <a:pt x="gd6" y="gd19"/>
                  <a:pt x="gd6" y="gd17"/>
                  <a:pt x="gd24" y="gd16"/>
                </a:cubicBezTo>
                <a:cubicBezTo>
                  <a:pt x="gd23" y="gd7"/>
                  <a:pt x="gd19" y="gd21"/>
                  <a:pt x="gd3" y="gd21"/>
                </a:cubicBezTo>
                <a:close/>
              </a:path>
            </a:pathLst>
          </a:custGeom>
          <a:gradFill>
            <a:gsLst>
              <a:gs pos="100000">
                <a:srgbClr val="82FFFF">
                  <a:alpha val="60000"/>
                </a:srgbClr>
              </a:gs>
              <a:gs pos="0">
                <a:srgbClr val="3D97DE">
                  <a:alpha val="100000"/>
                </a:srgbClr>
              </a:gs>
            </a:gsLst>
            <a:lin ang="16200000"/>
          </a:gradFill>
          <a:ln>
            <a:noFill/>
          </a:ln>
          <a:effectLst/>
        </p:spPr>
        <p:txBody>
          <a:bodyPr lIns="0" tIns="0" rIns="0" bIns="0" anchor="t"/>
          <a:lstStyle/>
          <a:p>
            <a:endParaRPr/>
          </a:p>
        </p:txBody>
      </p:sp>
      <p:sp>
        <p:nvSpPr>
          <p:cNvPr id="32" name="Freeform 34"/>
          <p:cNvSpPr/>
          <p:nvPr/>
        </p:nvSpPr>
        <p:spPr>
          <a:xfrm>
            <a:off x="9618594" y="1273239"/>
            <a:ext cx="156194" cy="157526"/>
          </a:xfrm>
          <a:custGeom>
            <a:avLst/>
            <a:gdLst>
              <a:gd name="gd0" fmla="val 0"/>
              <a:gd name="gd1" fmla="val 40"/>
              <a:gd name="gd2" fmla="val 20"/>
              <a:gd name="gd3" fmla="val 9"/>
              <a:gd name="gd4" fmla="val 31"/>
              <a:gd name="gd5" fmla="val 4"/>
              <a:gd name="gd6" fmla="val 11"/>
              <a:gd name="gd7" fmla="val 29"/>
              <a:gd name="gd8" fmla="val 36"/>
              <a:gd name="gd9" fmla="+- 0 gd1 gd0"/>
              <a:gd name="gd10" fmla="+/ 0 gd9 1"/>
              <a:gd name="gd11" fmla="+/ 0 0 1"/>
              <a:gd name="gd12" fmla="+/ 0 gd1 1"/>
            </a:gdLst>
            <a:ahLst/>
            <a:cxnLst/>
            <a:rect l="0" t="0" r="r" b="b"/>
            <a:pathLst>
              <a:path w="40" h="40">
                <a:moveTo>
                  <a:pt x="gd2" y="gd1"/>
                </a:moveTo>
                <a:cubicBezTo>
                  <a:pt x="gd3" y="gd1"/>
                  <a:pt x="gd0" y="gd4"/>
                  <a:pt x="gd0" y="gd2"/>
                </a:cubicBezTo>
                <a:cubicBezTo>
                  <a:pt x="gd0" y="gd3"/>
                  <a:pt x="gd3" y="gd0"/>
                  <a:pt x="gd2" y="gd0"/>
                </a:cubicBezTo>
                <a:cubicBezTo>
                  <a:pt x="gd4" y="gd0"/>
                  <a:pt x="gd1" y="gd3"/>
                  <a:pt x="gd1" y="gd2"/>
                </a:cubicBezTo>
                <a:cubicBezTo>
                  <a:pt x="gd1" y="gd4"/>
                  <a:pt x="gd4" y="gd1"/>
                  <a:pt x="gd2" y="gd1"/>
                </a:cubicBezTo>
                <a:close/>
                <a:moveTo>
                  <a:pt x="gd2" y="gd5"/>
                </a:moveTo>
                <a:cubicBezTo>
                  <a:pt x="gd6" y="gd5"/>
                  <a:pt x="gd5" y="gd6"/>
                  <a:pt x="gd5" y="gd2"/>
                </a:cubicBezTo>
                <a:cubicBezTo>
                  <a:pt x="gd5" y="gd7"/>
                  <a:pt x="gd6" y="gd8"/>
                  <a:pt x="gd2" y="gd8"/>
                </a:cubicBezTo>
                <a:cubicBezTo>
                  <a:pt x="gd7" y="gd8"/>
                  <a:pt x="gd8" y="gd7"/>
                  <a:pt x="gd8" y="gd2"/>
                </a:cubicBezTo>
                <a:cubicBezTo>
                  <a:pt x="gd8" y="gd6"/>
                  <a:pt x="gd7" y="gd5"/>
                  <a:pt x="gd2" y="gd5"/>
                </a:cubicBezTo>
                <a:close/>
              </a:path>
            </a:pathLst>
          </a:custGeom>
          <a:gradFill>
            <a:gsLst>
              <a:gs pos="100000">
                <a:srgbClr val="82FFFF">
                  <a:alpha val="60000"/>
                </a:srgbClr>
              </a:gs>
              <a:gs pos="0">
                <a:srgbClr val="3D97DE">
                  <a:alpha val="100000"/>
                </a:srgbClr>
              </a:gs>
            </a:gsLst>
            <a:lin ang="16200000"/>
          </a:gradFill>
          <a:ln>
            <a:noFill/>
          </a:ln>
          <a:effectLst/>
        </p:spPr>
        <p:txBody>
          <a:bodyPr lIns="0" tIns="0" rIns="0" bIns="0" anchor="t"/>
          <a:lstStyle/>
          <a:p>
            <a:endParaRPr/>
          </a:p>
        </p:txBody>
      </p:sp>
      <p:sp>
        <p:nvSpPr>
          <p:cNvPr id="33" name="Freeform 35"/>
          <p:cNvSpPr/>
          <p:nvPr/>
        </p:nvSpPr>
        <p:spPr>
          <a:xfrm>
            <a:off x="9535799" y="4708503"/>
            <a:ext cx="246764" cy="954299"/>
          </a:xfrm>
          <a:custGeom>
            <a:avLst/>
            <a:gdLst>
              <a:gd name="gd0" fmla="val 0"/>
              <a:gd name="gd1" fmla="val 188"/>
              <a:gd name="gd2" fmla="val 727"/>
              <a:gd name="gd3" fmla="val 15"/>
              <a:gd name="gd4" fmla="val 407"/>
              <a:gd name="gd5" fmla="val 176"/>
              <a:gd name="gd6" fmla="val 6"/>
              <a:gd name="gd7" fmla="val 410"/>
              <a:gd name="gd8" fmla="+- 0 gd2 gd0"/>
              <a:gd name="gd9" fmla="+- 0 gd1 gd0"/>
              <a:gd name="gd10" fmla="+/ 0 gd9 1"/>
              <a:gd name="gd11" fmla="+/ 0 gd8 1"/>
              <a:gd name="gd12" fmla="+/ 0 0 1"/>
              <a:gd name="gd13" fmla="+/ 0 gd1 1"/>
              <a:gd name="gd14" fmla="+/ 0 0 1"/>
              <a:gd name="gd15" fmla="+/ 0 gd2 1"/>
            </a:gdLst>
            <a:ahLst/>
            <a:cxnLst/>
            <a:rect l="0" t="0" r="r" b="b"/>
            <a:pathLst>
              <a:path w="188" h="727">
                <a:moveTo>
                  <a:pt x="gd3" y="gd2"/>
                </a:moveTo>
                <a:lnTo>
                  <a:pt x="gd0" y="gd2"/>
                </a:lnTo>
                <a:lnTo>
                  <a:pt x="gd0" y="gd4"/>
                </a:lnTo>
                <a:lnTo>
                  <a:pt x="gd0" y="gd4"/>
                </a:lnTo>
                <a:lnTo>
                  <a:pt x="gd5" y="gd0"/>
                </a:lnTo>
                <a:lnTo>
                  <a:pt x="gd1" y="gd6"/>
                </a:lnTo>
                <a:lnTo>
                  <a:pt x="gd3" y="gd7"/>
                </a:lnTo>
                <a:lnTo>
                  <a:pt x="gd3" y="gd2"/>
                </a:lnTo>
                <a:close/>
              </a:path>
            </a:pathLst>
          </a:custGeom>
          <a:gradFill>
            <a:gsLst>
              <a:gs pos="100000">
                <a:srgbClr val="82FFFF">
                  <a:alpha val="60000"/>
                </a:srgbClr>
              </a:gs>
              <a:gs pos="0">
                <a:srgbClr val="3D97DE">
                  <a:alpha val="100000"/>
                </a:srgbClr>
              </a:gs>
            </a:gsLst>
            <a:lin ang="16200000"/>
          </a:gradFill>
          <a:ln>
            <a:noFill/>
          </a:ln>
          <a:effectLst/>
        </p:spPr>
        <p:txBody>
          <a:bodyPr lIns="0" tIns="0" rIns="0" bIns="0" anchor="t"/>
          <a:lstStyle/>
          <a:p>
            <a:endParaRPr/>
          </a:p>
        </p:txBody>
      </p:sp>
      <p:sp>
        <p:nvSpPr>
          <p:cNvPr id="34" name="Freeform 36"/>
          <p:cNvSpPr/>
          <p:nvPr/>
        </p:nvSpPr>
        <p:spPr>
          <a:xfrm>
            <a:off x="9733786" y="4589710"/>
            <a:ext cx="129951" cy="128619"/>
          </a:xfrm>
          <a:custGeom>
            <a:avLst/>
            <a:gdLst>
              <a:gd name="gd0" fmla="val 0"/>
              <a:gd name="gd1" fmla="val 33"/>
              <a:gd name="gd2" fmla="val 17"/>
              <a:gd name="gd3" fmla="val 8"/>
              <a:gd name="gd4" fmla="val 25"/>
              <a:gd name="gd5" fmla="val 16"/>
              <a:gd name="gd6" fmla="val 7"/>
              <a:gd name="gd7" fmla="val 26"/>
              <a:gd name="gd8" fmla="val 4"/>
              <a:gd name="gd9" fmla="val 10"/>
              <a:gd name="gd10" fmla="val 9"/>
              <a:gd name="gd11" fmla="val 23"/>
              <a:gd name="gd12" fmla="val 29"/>
              <a:gd name="gd13" fmla="+- 0 gd1 gd0"/>
              <a:gd name="gd14" fmla="+/ 0 gd13 1"/>
              <a:gd name="gd15" fmla="+/ 0 0 1"/>
              <a:gd name="gd16" fmla="+/ 0 gd1 1"/>
            </a:gdLst>
            <a:ahLst/>
            <a:cxnLst/>
            <a:rect l="0" t="0" r="r" b="b"/>
            <a:pathLst>
              <a:path w="33" h="33">
                <a:moveTo>
                  <a:pt x="gd2" y="gd1"/>
                </a:moveTo>
                <a:cubicBezTo>
                  <a:pt x="gd3" y="gd1"/>
                  <a:pt x="gd0" y="gd4"/>
                  <a:pt x="gd0" y="gd5"/>
                </a:cubicBezTo>
                <a:cubicBezTo>
                  <a:pt x="gd0" y="gd6"/>
                  <a:pt x="gd3" y="gd0"/>
                  <a:pt x="gd2" y="gd0"/>
                </a:cubicBezTo>
                <a:cubicBezTo>
                  <a:pt x="gd7" y="gd0"/>
                  <a:pt x="gd1" y="gd6"/>
                  <a:pt x="gd1" y="gd5"/>
                </a:cubicBezTo>
                <a:cubicBezTo>
                  <a:pt x="gd1" y="gd4"/>
                  <a:pt x="gd7" y="gd1"/>
                  <a:pt x="gd2" y="gd1"/>
                </a:cubicBezTo>
                <a:close/>
                <a:moveTo>
                  <a:pt x="gd2" y="gd8"/>
                </a:moveTo>
                <a:cubicBezTo>
                  <a:pt x="gd9" y="gd8"/>
                  <a:pt x="gd8" y="gd10"/>
                  <a:pt x="gd8" y="gd5"/>
                </a:cubicBezTo>
                <a:cubicBezTo>
                  <a:pt x="gd8" y="gd11"/>
                  <a:pt x="gd9" y="gd12"/>
                  <a:pt x="gd2" y="gd12"/>
                </a:cubicBezTo>
                <a:cubicBezTo>
                  <a:pt x="gd11" y="gd12"/>
                  <a:pt x="gd12" y="gd11"/>
                  <a:pt x="gd12" y="gd5"/>
                </a:cubicBezTo>
                <a:cubicBezTo>
                  <a:pt x="gd12" y="gd10"/>
                  <a:pt x="gd11" y="gd8"/>
                  <a:pt x="gd2" y="gd8"/>
                </a:cubicBezTo>
                <a:close/>
              </a:path>
            </a:pathLst>
          </a:custGeom>
          <a:gradFill>
            <a:gsLst>
              <a:gs pos="100000">
                <a:srgbClr val="82FFFF">
                  <a:alpha val="60000"/>
                </a:srgbClr>
              </a:gs>
              <a:gs pos="0">
                <a:srgbClr val="3D97DE">
                  <a:alpha val="100000"/>
                </a:srgbClr>
              </a:gs>
            </a:gsLst>
            <a:lin ang="16200000"/>
          </a:gradFill>
          <a:ln>
            <a:noFill/>
          </a:ln>
          <a:effectLst/>
        </p:spPr>
        <p:txBody>
          <a:bodyPr lIns="0" tIns="0" rIns="0" bIns="0" anchor="t"/>
          <a:lstStyle/>
          <a:p>
            <a:endParaRPr/>
          </a:p>
        </p:txBody>
      </p:sp>
      <p:sp>
        <p:nvSpPr>
          <p:cNvPr id="35" name="Freeform 37"/>
          <p:cNvSpPr/>
          <p:nvPr/>
        </p:nvSpPr>
        <p:spPr>
          <a:xfrm>
            <a:off x="9683390" y="3941"/>
            <a:ext cx="252020" cy="1277199"/>
          </a:xfrm>
          <a:custGeom>
            <a:avLst/>
            <a:gdLst>
              <a:gd name="gd0" fmla="val 0"/>
              <a:gd name="gd1" fmla="val 192"/>
              <a:gd name="gd2" fmla="val 973"/>
              <a:gd name="gd3" fmla="val 15"/>
              <a:gd name="gd4" fmla="val 790"/>
              <a:gd name="gd5" fmla="val 174"/>
              <a:gd name="gd6" fmla="val 614"/>
              <a:gd name="gd7" fmla="val 620"/>
              <a:gd name="gd8" fmla="val 796"/>
              <a:gd name="gd9" fmla="+- 0 gd2 gd0"/>
              <a:gd name="gd10" fmla="+- 0 gd1 gd0"/>
              <a:gd name="gd11" fmla="+/ 0 gd10 1"/>
              <a:gd name="gd12" fmla="+/ 0 gd9 1"/>
              <a:gd name="gd13" fmla="+/ 0 0 1"/>
              <a:gd name="gd14" fmla="+/ 0 gd1 1"/>
              <a:gd name="gd15" fmla="+/ 0 0 1"/>
              <a:gd name="gd16" fmla="+/ 0 gd2 1"/>
            </a:gdLst>
            <a:ahLst/>
            <a:cxnLst/>
            <a:rect l="0" t="0" r="r" b="b"/>
            <a:pathLst>
              <a:path w="192" h="973">
                <a:moveTo>
                  <a:pt x="gd3" y="gd2"/>
                </a:moveTo>
                <a:lnTo>
                  <a:pt x="gd0" y="gd2"/>
                </a:lnTo>
                <a:lnTo>
                  <a:pt x="gd0" y="gd4"/>
                </a:lnTo>
                <a:lnTo>
                  <a:pt x="gd5" y="gd6"/>
                </a:lnTo>
                <a:lnTo>
                  <a:pt x="gd5" y="gd0"/>
                </a:lnTo>
                <a:lnTo>
                  <a:pt x="gd1" y="gd0"/>
                </a:lnTo>
                <a:lnTo>
                  <a:pt x="gd1" y="gd7"/>
                </a:lnTo>
                <a:lnTo>
                  <a:pt x="gd3" y="gd8"/>
                </a:lnTo>
                <a:lnTo>
                  <a:pt x="gd3" y="gd2"/>
                </a:lnTo>
                <a:close/>
              </a:path>
            </a:pathLst>
          </a:custGeom>
          <a:gradFill>
            <a:gsLst>
              <a:gs pos="100000">
                <a:srgbClr val="82FFFF">
                  <a:alpha val="60000"/>
                </a:srgbClr>
              </a:gs>
              <a:gs pos="0">
                <a:srgbClr val="3D97DE">
                  <a:alpha val="100000"/>
                </a:srgbClr>
              </a:gs>
            </a:gsLst>
            <a:lin ang="16200000"/>
          </a:gradFill>
          <a:ln>
            <a:noFill/>
          </a:ln>
          <a:effectLst/>
        </p:spPr>
        <p:txBody>
          <a:bodyPr lIns="0" tIns="0" rIns="0" bIns="0" anchor="t"/>
          <a:lstStyle/>
          <a:p>
            <a:endParaRPr/>
          </a:p>
        </p:txBody>
      </p:sp>
      <p:sp>
        <p:nvSpPr>
          <p:cNvPr id="36" name="Freeform 38"/>
          <p:cNvSpPr/>
          <p:nvPr/>
        </p:nvSpPr>
        <p:spPr>
          <a:xfrm>
            <a:off x="9622193" y="4024546"/>
            <a:ext cx="156194" cy="156194"/>
          </a:xfrm>
          <a:custGeom>
            <a:avLst/>
            <a:gdLst>
              <a:gd name="gd0" fmla="val 0"/>
              <a:gd name="gd1" fmla="val 40"/>
              <a:gd name="gd2" fmla="val 20"/>
              <a:gd name="gd3" fmla="val 9"/>
              <a:gd name="gd4" fmla="val 31"/>
              <a:gd name="gd5" fmla="val 4"/>
              <a:gd name="gd6" fmla="val 11"/>
              <a:gd name="gd7" fmla="val 29"/>
              <a:gd name="gd8" fmla="val 36"/>
              <a:gd name="gd9" fmla="+- 0 gd1 gd0"/>
              <a:gd name="gd10" fmla="+/ 0 gd9 1"/>
              <a:gd name="gd11" fmla="+/ 0 0 1"/>
              <a:gd name="gd12" fmla="+/ 0 gd1 1"/>
            </a:gdLst>
            <a:ahLst/>
            <a:cxnLst/>
            <a:rect l="0" t="0" r="r" b="b"/>
            <a:pathLst>
              <a:path w="40" h="40">
                <a:moveTo>
                  <a:pt x="gd2" y="gd1"/>
                </a:moveTo>
                <a:cubicBezTo>
                  <a:pt x="gd3" y="gd1"/>
                  <a:pt x="gd0" y="gd4"/>
                  <a:pt x="gd0" y="gd2"/>
                </a:cubicBezTo>
                <a:cubicBezTo>
                  <a:pt x="gd0" y="gd3"/>
                  <a:pt x="gd3" y="gd0"/>
                  <a:pt x="gd2" y="gd0"/>
                </a:cubicBezTo>
                <a:cubicBezTo>
                  <a:pt x="gd4" y="gd0"/>
                  <a:pt x="gd1" y="gd3"/>
                  <a:pt x="gd1" y="gd2"/>
                </a:cubicBezTo>
                <a:cubicBezTo>
                  <a:pt x="gd1" y="gd4"/>
                  <a:pt x="gd4" y="gd1"/>
                  <a:pt x="gd2" y="gd1"/>
                </a:cubicBezTo>
                <a:close/>
                <a:moveTo>
                  <a:pt x="gd2" y="gd5"/>
                </a:moveTo>
                <a:cubicBezTo>
                  <a:pt x="gd6" y="gd5"/>
                  <a:pt x="gd5" y="gd6"/>
                  <a:pt x="gd5" y="gd2"/>
                </a:cubicBezTo>
                <a:cubicBezTo>
                  <a:pt x="gd5" y="gd7"/>
                  <a:pt x="gd6" y="gd8"/>
                  <a:pt x="gd2" y="gd8"/>
                </a:cubicBezTo>
                <a:cubicBezTo>
                  <a:pt x="gd7" y="gd8"/>
                  <a:pt x="gd8" y="gd7"/>
                  <a:pt x="gd8" y="gd2"/>
                </a:cubicBezTo>
                <a:cubicBezTo>
                  <a:pt x="gd8" y="gd6"/>
                  <a:pt x="gd7" y="gd5"/>
                  <a:pt x="gd2" y="gd5"/>
                </a:cubicBezTo>
                <a:close/>
              </a:path>
            </a:pathLst>
          </a:custGeom>
          <a:gradFill>
            <a:gsLst>
              <a:gs pos="100000">
                <a:srgbClr val="82FFFF">
                  <a:alpha val="60000"/>
                </a:srgbClr>
              </a:gs>
              <a:gs pos="0">
                <a:srgbClr val="3D97DE">
                  <a:alpha val="100000"/>
                </a:srgbClr>
              </a:gs>
            </a:gsLst>
            <a:lin ang="16200000"/>
          </a:gradFill>
          <a:ln>
            <a:noFill/>
          </a:ln>
          <a:effectLst/>
        </p:spPr>
        <p:txBody>
          <a:bodyPr lIns="0" tIns="0" rIns="0" bIns="0" anchor="t"/>
          <a:lstStyle/>
          <a:p>
            <a:endParaRPr/>
          </a:p>
        </p:txBody>
      </p:sp>
      <p:sp>
        <p:nvSpPr>
          <p:cNvPr id="37" name="Freeform 39"/>
          <p:cNvSpPr/>
          <p:nvPr/>
        </p:nvSpPr>
        <p:spPr>
          <a:xfrm>
            <a:off x="9460204" y="4172137"/>
            <a:ext cx="254647" cy="1489946"/>
          </a:xfrm>
          <a:custGeom>
            <a:avLst/>
            <a:gdLst>
              <a:gd name="gd0" fmla="val 360"/>
              <a:gd name="gd1" fmla="val 0"/>
              <a:gd name="gd2" fmla="val 194"/>
              <a:gd name="gd3" fmla="val 1135"/>
              <a:gd name="gd4" fmla="val 18"/>
              <a:gd name="gd5" fmla="val 354"/>
              <a:gd name="gd6" fmla="val 176"/>
              <a:gd name="gd7" fmla="val 177"/>
              <a:gd name="gd8" fmla="val 183"/>
              <a:gd name="gd9" fmla="+- 0 gd3 gd1"/>
              <a:gd name="gd10" fmla="+- 0 gd2 gd1"/>
              <a:gd name="gd11" fmla="+/ 0 gd10 1"/>
              <a:gd name="gd12" fmla="+/ 0 gd9 1"/>
              <a:gd name="gd13" fmla="+/ 0 0 1"/>
              <a:gd name="gd14" fmla="+/ 0 gd2 1"/>
              <a:gd name="gd15" fmla="+/ 0 0 1"/>
              <a:gd name="gd16" fmla="+/ 0 gd3 1"/>
            </a:gdLst>
            <a:ahLst/>
            <a:cxnLst/>
            <a:rect l="0" t="0" r="r" b="b"/>
            <a:pathLst>
              <a:path w="194" h="1135">
                <a:moveTo>
                  <a:pt x="gd4" y="gd3"/>
                </a:moveTo>
                <a:lnTo>
                  <a:pt x="gd1" y="gd3"/>
                </a:lnTo>
                <a:lnTo>
                  <a:pt x="gd1" y="gd5"/>
                </a:lnTo>
                <a:lnTo>
                  <a:pt x="gd6" y="gd7"/>
                </a:lnTo>
                <a:lnTo>
                  <a:pt x="gd6" y="gd1"/>
                </a:lnTo>
                <a:lnTo>
                  <a:pt x="gd2" y="gd1"/>
                </a:lnTo>
                <a:lnTo>
                  <a:pt x="gd2" y="gd8"/>
                </a:lnTo>
                <a:lnTo>
                  <a:pt x="gd4" y="gd0"/>
                </a:lnTo>
                <a:lnTo>
                  <a:pt x="gd4" y="gd3"/>
                </a:lnTo>
                <a:close/>
              </a:path>
            </a:pathLst>
          </a:custGeom>
          <a:gradFill>
            <a:gsLst>
              <a:gs pos="100000">
                <a:srgbClr val="82FFFF">
                  <a:alpha val="60000"/>
                </a:srgbClr>
              </a:gs>
              <a:gs pos="0">
                <a:srgbClr val="3D97DE">
                  <a:alpha val="100000"/>
                </a:srgbClr>
              </a:gs>
            </a:gsLst>
            <a:lin ang="16200000"/>
          </a:gradFill>
          <a:ln>
            <a:noFill/>
          </a:ln>
          <a:effectLst/>
        </p:spPr>
        <p:txBody>
          <a:bodyPr lIns="0" tIns="0" rIns="0" bIns="0" anchor="t"/>
          <a:lstStyle/>
          <a:p>
            <a:endParaRPr/>
          </a:p>
        </p:txBody>
      </p:sp>
      <p:sp>
        <p:nvSpPr>
          <p:cNvPr id="38" name="Freeform 40"/>
          <p:cNvSpPr/>
          <p:nvPr/>
        </p:nvSpPr>
        <p:spPr>
          <a:xfrm>
            <a:off x="9798582" y="5306065"/>
            <a:ext cx="157526" cy="156194"/>
          </a:xfrm>
          <a:custGeom>
            <a:avLst/>
            <a:gdLst>
              <a:gd name="gd0" fmla="val 0"/>
              <a:gd name="gd1" fmla="val 40"/>
              <a:gd name="gd2" fmla="val 20"/>
              <a:gd name="gd3" fmla="val 9"/>
              <a:gd name="gd4" fmla="val 31"/>
              <a:gd name="gd5" fmla="val 4"/>
              <a:gd name="gd6" fmla="val 12"/>
              <a:gd name="gd7" fmla="val 11"/>
              <a:gd name="gd8" fmla="val 29"/>
              <a:gd name="gd9" fmla="val 36"/>
              <a:gd name="gd10" fmla="+- 0 gd1 gd0"/>
              <a:gd name="gd11" fmla="+/ 0 gd10 1"/>
              <a:gd name="gd12" fmla="+/ 0 0 1"/>
              <a:gd name="gd13" fmla="+/ 0 gd1 1"/>
            </a:gdLst>
            <a:ahLst/>
            <a:cxnLst/>
            <a:rect l="0" t="0" r="r" b="b"/>
            <a:pathLst>
              <a:path w="40" h="40">
                <a:moveTo>
                  <a:pt x="gd2" y="gd1"/>
                </a:moveTo>
                <a:cubicBezTo>
                  <a:pt x="gd3" y="gd1"/>
                  <a:pt x="gd0" y="gd4"/>
                  <a:pt x="gd0" y="gd2"/>
                </a:cubicBezTo>
                <a:cubicBezTo>
                  <a:pt x="gd0" y="gd3"/>
                  <a:pt x="gd3" y="gd0"/>
                  <a:pt x="gd2" y="gd0"/>
                </a:cubicBezTo>
                <a:cubicBezTo>
                  <a:pt x="gd4" y="gd0"/>
                  <a:pt x="gd1" y="gd3"/>
                  <a:pt x="gd1" y="gd2"/>
                </a:cubicBezTo>
                <a:cubicBezTo>
                  <a:pt x="gd1" y="gd4"/>
                  <a:pt x="gd4" y="gd1"/>
                  <a:pt x="gd2" y="gd1"/>
                </a:cubicBezTo>
                <a:close/>
                <a:moveTo>
                  <a:pt x="gd2" y="gd5"/>
                </a:moveTo>
                <a:cubicBezTo>
                  <a:pt x="gd6" y="gd5"/>
                  <a:pt x="gd5" y="gd7"/>
                  <a:pt x="gd5" y="gd2"/>
                </a:cubicBezTo>
                <a:cubicBezTo>
                  <a:pt x="gd5" y="gd8"/>
                  <a:pt x="gd6" y="gd9"/>
                  <a:pt x="gd2" y="gd9"/>
                </a:cubicBezTo>
                <a:cubicBezTo>
                  <a:pt x="gd8" y="gd9"/>
                  <a:pt x="gd9" y="gd8"/>
                  <a:pt x="gd9" y="gd2"/>
                </a:cubicBezTo>
                <a:cubicBezTo>
                  <a:pt x="gd9" y="gd7"/>
                  <a:pt x="gd8" y="gd5"/>
                  <a:pt x="gd2" y="gd5"/>
                </a:cubicBezTo>
                <a:close/>
              </a:path>
            </a:pathLst>
          </a:custGeom>
          <a:gradFill>
            <a:gsLst>
              <a:gs pos="100000">
                <a:srgbClr val="82FFFF">
                  <a:alpha val="60000"/>
                </a:srgbClr>
              </a:gs>
              <a:gs pos="0">
                <a:srgbClr val="3D97DE">
                  <a:alpha val="100000"/>
                </a:srgbClr>
              </a:gs>
            </a:gsLst>
            <a:lin ang="16200000"/>
          </a:gradFill>
          <a:ln>
            <a:noFill/>
          </a:ln>
          <a:effectLst/>
        </p:spPr>
        <p:txBody>
          <a:bodyPr lIns="0" tIns="0" rIns="0" bIns="0" anchor="t"/>
          <a:lstStyle/>
          <a:p>
            <a:endParaRPr/>
          </a:p>
        </p:txBody>
      </p:sp>
      <p:sp>
        <p:nvSpPr>
          <p:cNvPr id="39" name="Rectangle 41"/>
          <p:cNvSpPr/>
          <p:nvPr/>
        </p:nvSpPr>
        <p:spPr>
          <a:xfrm>
            <a:off x="9870578" y="5453656"/>
            <a:ext cx="19687" cy="208714"/>
          </a:xfrm>
          <a:custGeom>
            <a:avLst/>
            <a:gdLst/>
            <a:ahLst/>
            <a:cxnLst/>
            <a:rect l="0" t="0" r="r" b="b"/>
            <a:pathLst>
              <a:path w="21600" h="21600">
                <a:moveTo>
                  <a:pt x="0" y="0"/>
                </a:moveTo>
                <a:lnTo>
                  <a:pt x="21600" y="0"/>
                </a:lnTo>
                <a:lnTo>
                  <a:pt x="21600" y="21600"/>
                </a:lnTo>
                <a:lnTo>
                  <a:pt x="0" y="21600"/>
                </a:lnTo>
                <a:close/>
              </a:path>
            </a:pathLst>
          </a:custGeom>
          <a:gradFill>
            <a:gsLst>
              <a:gs pos="100000">
                <a:srgbClr val="82FFFF">
                  <a:alpha val="60000"/>
                </a:srgbClr>
              </a:gs>
              <a:gs pos="0">
                <a:srgbClr val="3D97DE">
                  <a:alpha val="100000"/>
                </a:srgbClr>
              </a:gs>
            </a:gsLst>
            <a:lin ang="16200000"/>
          </a:gradFill>
          <a:ln>
            <a:noFill/>
          </a:ln>
          <a:effectLst/>
        </p:spPr>
        <p:txBody>
          <a:bodyPr lIns="0" tIns="0" rIns="0" bIns="0" anchor="t"/>
          <a:lstStyle/>
          <a:p>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jp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jp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6.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7.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9.jp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0.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1.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image" Target="../media/image13.jp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4.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16.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7.png"/><Relationship Id="rId5" Type="http://schemas.microsoft.com/office/2007/relationships/media" Target="../media/media1.mp4"/><Relationship Id="rId6" Type="http://schemas.openxmlformats.org/officeDocument/2006/relationships/video" Target="../media/media1.mp4" /></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1">
  <p:cSld name="page1">
    <p:bg>
      <p:bgPr>
        <a:blipFill>
          <a:blip r:embed="rId3"/>
          <a:stretch>
            <a:fillRect/>
          </a:stretch>
        </a:blipFill>
        <a:effectLst/>
      </p:bgPr>
    </p:bg>
    <p:spTree>
      <p:nvGrpSpPr>
        <p:cNvPr id="1" name="noGroup"/>
        <p:cNvGrpSpPr/>
        <p:nvPr/>
      </p:nvGrpSpPr>
      <p:grpSpPr>
        <a:xfrm>
          <a:off x="0" y="0"/>
          <a:ext cx="0" cy="0"/>
          <a:chOff x="0" y="0"/>
          <a:chExt cx="0" cy="0"/>
        </a:xfrm>
      </p:grpSpPr>
      <p:sp>
        <p:nvSpPr>
          <p:cNvPr id="2" name="タイトル 1"/>
          <p:cNvSpPr txBox="1"/>
          <p:nvPr>
            <p:ph type="title" idx="4294967295"/>
          </p:nvPr>
        </p:nvSpPr>
        <p:spPr>
          <a:xfrm>
            <a:off x="189924" y="1534943"/>
            <a:ext cx="8999433" cy="646159"/>
          </a:xfrm>
          <a:prstGeom prst="rect">
            <a:avLst/>
          </a:prstGeom>
          <a:noFill/>
          <a:ln>
            <a:noFill/>
          </a:ln>
          <a:effectLst/>
        </p:spPr>
        <p:txBody>
          <a:bodyPr lIns="91440" tIns="45720" rIns="91440" bIns="45720" anchor="ctr">
            <a:spAutoFit/>
          </a:bodyPr>
          <a:lstStyle/>
          <a:p>
            <a:pPr marL="0" marR="0" indent="0" algn="ctr">
              <a:lnSpc>
                <a:spcPct val="90000"/>
              </a:lnSpc>
              <a:spcBef>
                <a:spcPts val="1190"/>
              </a:spcBef>
              <a:spcAft>
                <a:spcPts val="990"/>
              </a:spcAft>
            </a:pPr>
            <a:r>
              <a:rPr lang="en-US" sz="4000" u="none" strike="noStrike" cap="all" spc="0">
                <a:solidFill>
                  <a:srgbClr val="FFFFFF"/>
                </a:solidFill>
                <a:latin typeface="Arial"/>
                <a:cs typeface="Arial"/>
              </a:rPr>
              <a:t>オブジェクト認識</a:t>
            </a:r>
            <a:r>
              <a:rPr lang="vi-VN" sz="4000" u="none" strike="noStrike" cap="all" spc="0">
                <a:solidFill>
                  <a:srgbClr val="FFFFFF"/>
                </a:solidFill>
                <a:latin typeface="Arial"/>
                <a:cs typeface="Arial"/>
              </a:rPr>
              <a:t>Website</a:t>
            </a:r>
            <a:endParaRPr/>
          </a:p>
        </p:txBody>
      </p:sp>
      <p:sp>
        <p:nvSpPr>
          <p:cNvPr id="3" name="タイトル 2"/>
          <p:cNvSpPr txBox="1"/>
          <p:nvPr>
            <p:ph type="title" idx="4294967295"/>
          </p:nvPr>
        </p:nvSpPr>
        <p:spPr>
          <a:xfrm>
            <a:off x="116560" y="3420864"/>
            <a:ext cx="9006632" cy="342914"/>
          </a:xfrm>
          <a:prstGeom prst="rect">
            <a:avLst/>
          </a:prstGeom>
          <a:noFill/>
          <a:ln>
            <a:noFill/>
          </a:ln>
          <a:effectLst/>
        </p:spPr>
        <p:txBody>
          <a:bodyPr lIns="91440" tIns="45720" rIns="91440" bIns="45720" anchor="ctr">
            <a:spAutoFit/>
          </a:bodyPr>
          <a:lstStyle/>
          <a:p>
            <a:pPr marL="12700" marR="0" indent="0" algn="ctr">
              <a:lnSpc>
                <a:spcPct val="90000"/>
              </a:lnSpc>
              <a:spcBef>
                <a:spcPts val="600"/>
              </a:spcBef>
              <a:spcAft>
                <a:spcPts val="0"/>
              </a:spcAft>
            </a:pPr>
            <a:r>
              <a:rPr lang="en-US" sz="1800" b="1" u="none" strike="noStrike" cap="all" spc="27">
                <a:solidFill>
                  <a:srgbClr val="262626"/>
                </a:solidFill>
                <a:latin typeface="Times New Roman"/>
                <a:cs typeface="Times New Roman"/>
              </a:rPr>
              <a:t>作者</a:t>
            </a:r>
            <a:r>
              <a:rPr lang="en-US" sz="1800" b="1" u="none" strike="noStrike" cap="all" spc="27">
                <a:solidFill>
                  <a:srgbClr val="262626"/>
                </a:solidFill>
                <a:latin typeface="Times New Roman"/>
                <a:cs typeface="Times New Roman"/>
              </a:rPr>
              <a:t>：</a:t>
            </a:r>
            <a:r>
              <a:rPr lang="en-US" sz="1800" b="1" u="none" strike="noStrike" cap="all" spc="27">
                <a:solidFill>
                  <a:srgbClr val="262626"/>
                </a:solidFill>
                <a:latin typeface="Times New Roman"/>
                <a:cs typeface="Times New Roman"/>
              </a:rPr>
              <a:t>クオン</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1">
  <p:cSld name="page2">
    <p:bg>
      <p:bgPr>
        <a:blipFill>
          <a:blip r:embed="rId3"/>
          <a:stretch>
            <a:fillRect/>
          </a:stretch>
        </a:blipFill>
        <a:effectLst/>
      </p:bgPr>
    </p:bg>
    <p:spTree>
      <p:nvGrpSpPr>
        <p:cNvPr id="1" name="noGroup"/>
        <p:cNvGrpSpPr/>
        <p:nvPr/>
      </p:nvGrpSpPr>
      <p:grpSpPr>
        <a:xfrm>
          <a:off x="0" y="0"/>
          <a:ext cx="0" cy="0"/>
          <a:chOff x="0" y="0"/>
          <a:chExt cx="0" cy="0"/>
        </a:xfrm>
      </p:grpSpPr>
      <p:sp>
        <p:nvSpPr>
          <p:cNvPr id="2" name="タイトル 1"/>
          <p:cNvSpPr txBox="1"/>
          <p:nvPr>
            <p:ph type="title" idx="4294967295"/>
          </p:nvPr>
        </p:nvSpPr>
        <p:spPr>
          <a:xfrm>
            <a:off x="0" y="188124"/>
            <a:ext cx="8999433" cy="452491"/>
          </a:xfrm>
          <a:prstGeom prst="rect">
            <a:avLst/>
          </a:prstGeom>
          <a:noFill/>
          <a:ln>
            <a:noFill/>
          </a:ln>
          <a:effectLst/>
        </p:spPr>
        <p:txBody>
          <a:bodyPr lIns="91440" tIns="45720" rIns="91440" bIns="45720" anchor="ctr">
            <a:spAutoFit/>
          </a:bodyPr>
          <a:lstStyle/>
          <a:p>
            <a:pPr marL="0" marR="0" indent="0" algn="ctr">
              <a:lnSpc>
                <a:spcPct val="90000"/>
              </a:lnSpc>
              <a:spcBef>
                <a:spcPts val="1190"/>
              </a:spcBef>
              <a:spcAft>
                <a:spcPts val="990"/>
              </a:spcAft>
            </a:pPr>
            <a:r>
              <a:rPr lang="en-US" sz="2600" b="1" u="none" strike="noStrike" cap="all" spc="0">
                <a:solidFill>
                  <a:srgbClr val="0D0D0D"/>
                </a:solidFill>
                <a:latin typeface="Arial"/>
                <a:cs typeface="Arial"/>
              </a:rPr>
              <a:t>1. </a:t>
            </a:r>
            <a:r>
              <a:rPr lang="en-US" sz="2600" b="1" u="none" strike="noStrike" cap="all" spc="0">
                <a:solidFill>
                  <a:srgbClr val="0D0D0D"/>
                </a:solidFill>
                <a:latin typeface="Arial"/>
                <a:cs typeface="Arial"/>
              </a:rPr>
              <a:t>プロジェクト概要</a:t>
            </a:r>
            <a:endParaRPr/>
          </a:p>
        </p:txBody>
      </p:sp>
      <p:pic>
        <p:nvPicPr>
          <p:cNvPr id="3" name="図 7"/>
          <p:cNvPicPr/>
          <p:nvPr/>
        </p:nvPicPr>
        <p:blipFill>
          <a:blip r:embed="rId4"/>
          <a:stretch>
            <a:fillRect/>
          </a:stretch>
        </p:blipFill>
        <p:spPr>
          <a:xfrm>
            <a:off x="872225" y="640399"/>
            <a:ext cx="8214682" cy="4917290"/>
          </a:xfrm>
          <a:prstGeom prst="rect">
            <a:avLst/>
          </a:prstGeom>
          <a:ln>
            <a:noFill/>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1">
  <p:cSld name="page3">
    <p:bg>
      <p:bgPr>
        <a:blipFill>
          <a:blip r:embed="rId3"/>
          <a:stretch>
            <a:fillRect/>
          </a:stretch>
        </a:blipFill>
        <a:effectLst/>
      </p:bgPr>
    </p:bg>
    <p:spTree>
      <p:nvGrpSpPr>
        <p:cNvPr id="1" name="noGroup"/>
        <p:cNvGrpSpPr/>
        <p:nvPr/>
      </p:nvGrpSpPr>
      <p:grpSpPr>
        <a:xfrm>
          <a:off x="0" y="0"/>
          <a:ext cx="0" cy="0"/>
          <a:chOff x="0" y="0"/>
          <a:chExt cx="0" cy="0"/>
        </a:xfrm>
      </p:grpSpPr>
      <p:pic>
        <p:nvPicPr>
          <p:cNvPr id="2" name="図 4"/>
          <p:cNvPicPr/>
          <p:nvPr/>
        </p:nvPicPr>
        <p:blipFill>
          <a:blip r:embed="rId4"/>
          <a:stretch>
            <a:fillRect/>
          </a:stretch>
        </p:blipFill>
        <p:spPr>
          <a:xfrm>
            <a:off x="1170286" y="358717"/>
            <a:ext cx="7739512" cy="4355725"/>
          </a:xfrm>
          <a:prstGeom prst="rect">
            <a:avLst/>
          </a:prstGeom>
          <a:ln>
            <a:noFill/>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1">
  <p:cSld name="page4">
    <p:bg>
      <p:bgPr>
        <a:blipFill>
          <a:blip r:embed="rId3"/>
          <a:stretch>
            <a:fillRect/>
          </a:stretch>
        </a:blipFill>
        <a:effectLst/>
      </p:bgPr>
    </p:bg>
    <p:spTree>
      <p:nvGrpSpPr>
        <p:cNvPr id="1" name="noGroup"/>
        <p:cNvGrpSpPr/>
        <p:nvPr/>
      </p:nvGrpSpPr>
      <p:grpSpPr>
        <a:xfrm>
          <a:off x="0" y="0"/>
          <a:ext cx="0" cy="0"/>
          <a:chOff x="0" y="0"/>
          <a:chExt cx="0" cy="0"/>
        </a:xfrm>
      </p:grpSpPr>
      <p:sp>
        <p:nvSpPr>
          <p:cNvPr id="2" name="タイトル 1"/>
          <p:cNvSpPr txBox="1"/>
          <p:nvPr>
            <p:ph type="title" idx="4294967295"/>
          </p:nvPr>
        </p:nvSpPr>
        <p:spPr>
          <a:xfrm>
            <a:off x="0" y="487049"/>
            <a:ext cx="9071428" cy="424773"/>
          </a:xfrm>
          <a:prstGeom prst="rect">
            <a:avLst/>
          </a:prstGeom>
          <a:noFill/>
          <a:ln>
            <a:noFill/>
          </a:ln>
          <a:effectLst/>
        </p:spPr>
        <p:txBody>
          <a:bodyPr lIns="91440" tIns="45720" rIns="91440" bIns="45720" anchor="ctr">
            <a:spAutoFit/>
          </a:bodyPr>
          <a:lstStyle/>
          <a:p>
            <a:pPr marL="0" marR="0" indent="0" algn="ctr">
              <a:lnSpc>
                <a:spcPct val="90000"/>
              </a:lnSpc>
              <a:spcBef>
                <a:spcPts val="400"/>
              </a:spcBef>
              <a:spcAft>
                <a:spcPts val="0"/>
              </a:spcAft>
            </a:pPr>
            <a:r>
              <a:rPr lang="en-US" sz="2400" b="1" u="none" strike="noStrike" cap="all" spc="0">
                <a:solidFill>
                  <a:srgbClr val="0D0D0D"/>
                </a:solidFill>
                <a:latin typeface="Arial"/>
                <a:cs typeface="Arial"/>
              </a:rPr>
              <a:t>３</a:t>
            </a:r>
            <a:r>
              <a:rPr lang="en-US" sz="2400" b="1" u="none" strike="noStrike" cap="all" spc="0">
                <a:solidFill>
                  <a:srgbClr val="0D0D0D"/>
                </a:solidFill>
                <a:latin typeface="Arial"/>
                <a:cs typeface="Arial"/>
              </a:rPr>
              <a:t>.</a:t>
            </a:r>
            <a:r>
              <a:rPr lang="en-US" sz="2400" b="1" u="none" strike="noStrike" cap="all" spc="0">
                <a:solidFill>
                  <a:srgbClr val="0D0D0D"/>
                </a:solidFill>
                <a:latin typeface="Arial"/>
                <a:cs typeface="Arial"/>
              </a:rPr>
              <a:t>プロジェックの</a:t>
            </a:r>
            <a:r>
              <a:rPr lang="en-US" sz="2400" b="1" u="none" strike="noStrike" cap="all" spc="0">
                <a:solidFill>
                  <a:srgbClr val="0D0D0D"/>
                </a:solidFill>
                <a:latin typeface="Arial"/>
                <a:cs typeface="Arial"/>
              </a:rPr>
              <a:t>UX&amp;UI</a:t>
            </a:r>
            <a:r>
              <a:rPr lang="en-US" sz="2400" b="1" u="none" strike="noStrike" cap="all" spc="0">
                <a:solidFill>
                  <a:srgbClr val="0D0D0D"/>
                </a:solidFill>
                <a:latin typeface="Arial"/>
                <a:cs typeface="Arial"/>
              </a:rPr>
              <a:t>紹介</a:t>
            </a:r>
            <a:endParaRPr/>
          </a:p>
        </p:txBody>
      </p:sp>
      <p:pic>
        <p:nvPicPr>
          <p:cNvPr id="3" name=""/>
          <p:cNvPicPr/>
          <p:nvPr/>
        </p:nvPicPr>
        <p:blipFill>
          <a:blip r:embed="rId4"/>
          <a:stretch>
            <a:fillRect/>
          </a:stretch>
        </p:blipFill>
        <p:spPr>
          <a:xfrm>
            <a:off x="174589" y="1550062"/>
            <a:ext cx="4636507" cy="3424104"/>
          </a:xfrm>
          <a:prstGeom prst="rect">
            <a:avLst/>
          </a:prstGeom>
          <a:effectLst/>
        </p:spPr>
      </p:pic>
      <p:pic>
        <p:nvPicPr>
          <p:cNvPr id="4" name=""/>
          <p:cNvPicPr/>
          <p:nvPr/>
        </p:nvPicPr>
        <p:blipFill>
          <a:blip r:embed="rId5"/>
          <a:stretch>
            <a:fillRect/>
          </a:stretch>
        </p:blipFill>
        <p:spPr>
          <a:xfrm>
            <a:off x="5129676" y="1542142"/>
            <a:ext cx="4643707" cy="3432023"/>
          </a:xfrm>
          <a:prstGeom prst="rect">
            <a:avLst/>
          </a:prstGeom>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1">
  <p:cSld name="Slide_5">
    <p:bg>
      <p:bgPr>
        <a:blipFill>
          <a:blip r:embed="rId3"/>
          <a:stretch>
            <a:fillRect/>
          </a:stretch>
        </a:blipFill>
        <a:effectLst/>
      </p:bgPr>
    </p:bg>
    <p:spTree>
      <p:nvGrpSpPr>
        <p:cNvPr id="1" name="noGroup"/>
        <p:cNvGrpSpPr/>
        <p:nvPr/>
      </p:nvGrpSpPr>
      <p:grpSpPr>
        <a:xfrm>
          <a:off x="0" y="0"/>
          <a:ext cx="0" cy="0"/>
          <a:chOff x="0" y="0"/>
          <a:chExt cx="0" cy="0"/>
        </a:xfrm>
      </p:grpSpPr>
      <p:sp>
        <p:nvSpPr>
          <p:cNvPr id="2" name="Title 1"/>
          <p:cNvSpPr txBox="1"/>
          <p:nvPr>
            <p:ph type="title" idx="4294967295"/>
          </p:nvPr>
        </p:nvSpPr>
        <p:spPr>
          <a:xfrm>
            <a:off x="823268" y="245864"/>
            <a:ext cx="8891439" cy="424773"/>
          </a:xfrm>
          <a:prstGeom prst="rect">
            <a:avLst/>
          </a:prstGeom>
          <a:noFill/>
          <a:ln>
            <a:noFill/>
          </a:ln>
          <a:effectLst/>
        </p:spPr>
        <p:txBody>
          <a:bodyPr lIns="91440" tIns="45720" rIns="91440" bIns="45720" anchor="b">
            <a:spAutoFit/>
          </a:bodyPr>
          <a:lstStyle/>
          <a:p>
            <a:pPr marL="0" marR="0" indent="0" algn="ctr">
              <a:lnSpc>
                <a:spcPct val="90000"/>
              </a:lnSpc>
              <a:spcBef>
                <a:spcPts val="400"/>
              </a:spcBef>
              <a:spcAft>
                <a:spcPts val="0"/>
              </a:spcAft>
            </a:pPr>
            <a:r>
              <a:rPr lang="en-US" sz="2400" b="1" u="none" strike="noStrike" cap="all" spc="0">
                <a:solidFill>
                  <a:srgbClr val="0D0D0D"/>
                </a:solidFill>
                <a:latin typeface="Arial"/>
                <a:cs typeface="Arial"/>
              </a:rPr>
              <a:t>4.</a:t>
            </a:r>
            <a:r>
              <a:rPr lang="en-US" sz="2400" b="1" u="none" strike="noStrike" cap="all" spc="0">
                <a:solidFill>
                  <a:srgbClr val="0D0D0D"/>
                </a:solidFill>
                <a:latin typeface="Arial"/>
                <a:cs typeface="Arial"/>
              </a:rPr>
              <a:t>モデルの答え</a:t>
            </a:r>
            <a:endParaRPr/>
          </a:p>
        </p:txBody>
      </p:sp>
      <p:sp>
        <p:nvSpPr>
          <p:cNvPr id="3" name="Content Placeholder 2"/>
          <p:cNvSpPr txBox="1"/>
          <p:nvPr>
            <p:ph idx="4294967295"/>
          </p:nvPr>
        </p:nvSpPr>
        <p:spPr>
          <a:xfrm>
            <a:off x="710235" y="927661"/>
            <a:ext cx="3249515" cy="4071343"/>
          </a:xfrm>
          <a:prstGeom prst="rect">
            <a:avLst/>
          </a:prstGeom>
          <a:solidFill>
            <a:srgbClr val="FFFFFF">
              <a:alpha val="73000"/>
            </a:srgbClr>
          </a:solidFill>
          <a:ln>
            <a:noFill/>
          </a:ln>
          <a:effectLst/>
        </p:spPr>
        <p:txBody>
          <a:bodyPr lIns="91440" tIns="45720" rIns="91440" bIns="45720" anchor="t">
            <a:spAutoFit/>
          </a:bodyPr>
          <a:lstStyle/>
          <a:p>
            <a:pPr marL="25400" marR="0" indent="0" algn="l">
              <a:lnSpc>
                <a:spcPct val="120000"/>
              </a:lnSpc>
              <a:spcBef>
                <a:spcPts val="600"/>
              </a:spcBef>
              <a:spcAft>
                <a:spcPts val="0"/>
              </a:spcAft>
            </a:pPr>
            <a:r>
              <a:rPr lang="ja-JP" sz="2400" u="none" strike="noStrike" spc="28">
                <a:solidFill>
                  <a:srgbClr val="262626"/>
                </a:solidFill>
                <a:latin typeface="Times New Roman"/>
                <a:cs typeface="Times New Roman"/>
              </a:rPr>
              <a:t>前処理速度</a:t>
            </a:r>
            <a:endParaRPr/>
          </a:p>
          <a:p>
            <a:pPr marL="25400" marR="0" indent="0" algn="l">
              <a:lnSpc>
                <a:spcPct val="120000"/>
              </a:lnSpc>
              <a:spcBef>
                <a:spcPts val="600"/>
              </a:spcBef>
              <a:spcAft>
                <a:spcPts val="0"/>
              </a:spcAft>
            </a:pPr>
            <a:r>
              <a:rPr lang="ja-JP" sz="2400" u="none" strike="noStrike" spc="28">
                <a:solidFill>
                  <a:srgbClr val="262626"/>
                </a:solidFill>
                <a:latin typeface="Times New Roman"/>
                <a:cs typeface="Times New Roman"/>
              </a:rPr>
              <a:t>処理速度</a:t>
            </a:r>
            <a:endParaRPr/>
          </a:p>
          <a:p>
            <a:pPr marL="25400" marR="0" indent="0" algn="l">
              <a:lnSpc>
                <a:spcPct val="120000"/>
              </a:lnSpc>
              <a:spcBef>
                <a:spcPts val="600"/>
              </a:spcBef>
              <a:spcAft>
                <a:spcPts val="0"/>
              </a:spcAft>
            </a:pPr>
            <a:r>
              <a:rPr lang="ja-JP" sz="2400" u="none" strike="noStrike" spc="28">
                <a:solidFill>
                  <a:srgbClr val="262626"/>
                </a:solidFill>
                <a:latin typeface="Times New Roman"/>
                <a:cs typeface="Times New Roman"/>
              </a:rPr>
              <a:t>後処理速度</a:t>
            </a:r>
            <a:endParaRPr/>
          </a:p>
          <a:p>
            <a:pPr marL="25400" marR="0" indent="0" algn="l">
              <a:lnSpc>
                <a:spcPct val="120000"/>
              </a:lnSpc>
              <a:spcBef>
                <a:spcPts val="600"/>
              </a:spcBef>
              <a:spcAft>
                <a:spcPts val="0"/>
              </a:spcAft>
            </a:pPr>
            <a:r>
              <a:rPr lang="ja-JP" sz="2400" u="none" strike="noStrike" spc="28">
                <a:solidFill>
                  <a:srgbClr val="262626"/>
                </a:solidFill>
                <a:latin typeface="Times New Roman"/>
                <a:cs typeface="Times New Roman"/>
              </a:rPr>
              <a:t>検出物体数</a:t>
            </a:r>
            <a:endParaRPr/>
          </a:p>
          <a:p>
            <a:pPr marL="25400" marR="0" indent="0" algn="l">
              <a:lnSpc>
                <a:spcPct val="120000"/>
              </a:lnSpc>
              <a:spcBef>
                <a:spcPts val="600"/>
              </a:spcBef>
              <a:spcAft>
                <a:spcPts val="0"/>
              </a:spcAft>
            </a:pPr>
            <a:r>
              <a:rPr lang="ja-JP" sz="2400" u="none" strike="noStrike" spc="28">
                <a:solidFill>
                  <a:srgbClr val="262626"/>
                </a:solidFill>
                <a:latin typeface="Times New Roman"/>
                <a:cs typeface="Times New Roman"/>
              </a:rPr>
              <a:t>モデルの推論時間</a:t>
            </a:r>
            <a:endParaRPr/>
          </a:p>
          <a:p>
            <a:pPr marL="25400" marR="0" indent="0" algn="l">
              <a:lnSpc>
                <a:spcPct val="120000"/>
              </a:lnSpc>
              <a:spcBef>
                <a:spcPts val="600"/>
              </a:spcBef>
              <a:spcAft>
                <a:spcPts val="0"/>
              </a:spcAft>
            </a:pPr>
            <a:r>
              <a:rPr lang="ja-JP" sz="2400" u="none" strike="noStrike" spc="28">
                <a:solidFill>
                  <a:srgbClr val="262626"/>
                </a:solidFill>
                <a:latin typeface="Times New Roman"/>
                <a:cs typeface="Times New Roman"/>
              </a:rPr>
              <a:t>画像の内容の要約</a:t>
            </a:r>
            <a:endParaRPr/>
          </a:p>
          <a:p>
            <a:pPr marL="25400" marR="0" indent="0" algn="l">
              <a:lnSpc>
                <a:spcPct val="120000"/>
              </a:lnSpc>
              <a:spcBef>
                <a:spcPts val="600"/>
              </a:spcBef>
              <a:spcAft>
                <a:spcPts val="0"/>
              </a:spcAft>
            </a:pPr>
            <a:r>
              <a:rPr lang="ja-JP" sz="2400" u="none" strike="noStrike" spc="28">
                <a:solidFill>
                  <a:srgbClr val="262626"/>
                </a:solidFill>
                <a:latin typeface="Times New Roman"/>
                <a:cs typeface="Times New Roman"/>
              </a:rPr>
              <a:t>物体のボウディンボックス</a:t>
            </a:r>
            <a:endParaRPr/>
          </a:p>
        </p:txBody>
      </p:sp>
      <p:pic>
        <p:nvPicPr>
          <p:cNvPr id="4" name=""/>
          <p:cNvPicPr/>
          <p:nvPr/>
        </p:nvPicPr>
        <p:blipFill>
          <a:blip r:embed="rId4"/>
          <a:stretch>
            <a:fillRect/>
          </a:stretch>
        </p:blipFill>
        <p:spPr>
          <a:xfrm>
            <a:off x="4308928" y="1405711"/>
            <a:ext cx="5403259" cy="2858939"/>
          </a:xfrm>
          <a:prstGeom prst="rect">
            <a:avLst/>
          </a:prstGeom>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1">
  <p:cSld name="Slide_6">
    <p:bg>
      <p:bgPr>
        <a:blipFill>
          <a:blip r:embed="rId3"/>
          <a:stretch>
            <a:fillRect/>
          </a:stretch>
        </a:blipFill>
        <a:effectLst/>
      </p:bgPr>
    </p:bg>
    <p:spTree>
      <p:nvGrpSpPr>
        <p:cNvPr id="1" name="noGroup"/>
        <p:cNvGrpSpPr/>
        <p:nvPr/>
      </p:nvGrpSpPr>
      <p:grpSpPr>
        <a:xfrm>
          <a:off x="0" y="0"/>
          <a:ext cx="0" cy="0"/>
          <a:chOff x="0" y="0"/>
          <a:chExt cx="0" cy="0"/>
        </a:xfrm>
      </p:grpSpPr>
      <p:sp>
        <p:nvSpPr>
          <p:cNvPr id="2" name="Title 1"/>
          <p:cNvSpPr txBox="1"/>
          <p:nvPr>
            <p:ph type="title" idx="4294967295"/>
          </p:nvPr>
        </p:nvSpPr>
        <p:spPr>
          <a:xfrm>
            <a:off x="594682" y="163861"/>
            <a:ext cx="8891439" cy="424773"/>
          </a:xfrm>
          <a:prstGeom prst="rect">
            <a:avLst/>
          </a:prstGeom>
          <a:noFill/>
          <a:ln>
            <a:noFill/>
          </a:ln>
          <a:effectLst/>
        </p:spPr>
        <p:txBody>
          <a:bodyPr lIns="91440" tIns="45720" rIns="91440" bIns="45720" anchor="b">
            <a:spAutoFit/>
          </a:bodyPr>
          <a:lstStyle/>
          <a:p>
            <a:pPr marL="0" marR="0" indent="0" algn="ctr">
              <a:lnSpc>
                <a:spcPct val="90000"/>
              </a:lnSpc>
              <a:spcBef>
                <a:spcPts val="400"/>
              </a:spcBef>
              <a:spcAft>
                <a:spcPts val="0"/>
              </a:spcAft>
            </a:pPr>
            <a:r>
              <a:rPr lang="en-US" sz="2400" b="1" u="none" strike="noStrike" cap="all" spc="0">
                <a:solidFill>
                  <a:srgbClr val="0D0D0D"/>
                </a:solidFill>
                <a:latin typeface="Arial"/>
                <a:cs typeface="Arial"/>
              </a:rPr>
              <a:t>５</a:t>
            </a:r>
            <a:r>
              <a:rPr lang="en-US" sz="2400" b="1" u="none" strike="noStrike" cap="all" spc="0">
                <a:solidFill>
                  <a:srgbClr val="0D0D0D"/>
                </a:solidFill>
                <a:latin typeface="Arial"/>
                <a:cs typeface="Arial"/>
              </a:rPr>
              <a:t>.</a:t>
            </a:r>
            <a:r>
              <a:rPr lang="en-US" sz="2400" b="1" u="none" strike="noStrike" cap="all" spc="0">
                <a:solidFill>
                  <a:srgbClr val="0D0D0D"/>
                </a:solidFill>
                <a:latin typeface="Arial"/>
                <a:cs typeface="Arial"/>
              </a:rPr>
              <a:t>応用技術紹介</a:t>
            </a:r>
            <a:endParaRPr/>
          </a:p>
        </p:txBody>
      </p:sp>
      <p:sp>
        <p:nvSpPr>
          <p:cNvPr id="3" name="テキスト ボックス 2"/>
          <p:cNvSpPr txBox="1"/>
          <p:nvPr/>
        </p:nvSpPr>
        <p:spPr>
          <a:xfrm>
            <a:off x="594682" y="925141"/>
            <a:ext cx="8445068" cy="1200164"/>
          </a:xfrm>
          <a:prstGeom prst="rect">
            <a:avLst/>
          </a:prstGeom>
          <a:noFill/>
          <a:ln>
            <a:noFill/>
          </a:ln>
          <a:effectLst/>
        </p:spPr>
        <p:txBody>
          <a:bodyPr lIns="91440" tIns="45720" rIns="91440" bIns="45720" anchor="t">
            <a:spAutoFit/>
          </a:bodyPr>
          <a:lstStyle/>
          <a:p>
            <a:pPr marL="0" marR="0" indent="0" algn="l">
              <a:lnSpc>
                <a:spcPct val="100000"/>
              </a:lnSpc>
              <a:spcBef>
                <a:spcPts val="0"/>
              </a:spcBef>
              <a:spcAft>
                <a:spcPts val="0"/>
              </a:spcAft>
            </a:pPr>
            <a:r>
              <a:rPr lang="en-US" sz="2400" u="none" strike="noStrike" spc="0">
                <a:solidFill>
                  <a:srgbClr val="FFFFFF"/>
                </a:solidFill>
                <a:latin typeface="游ゴシック"/>
                <a:cs typeface="游ゴシック"/>
              </a:rPr>
              <a:t>YoloV8</a:t>
            </a:r>
            <a:r>
              <a:rPr lang="ja-JP" sz="2400" u="none" strike="noStrike" spc="0">
                <a:solidFill>
                  <a:srgbClr val="FFFFFF"/>
                </a:solidFill>
                <a:latin typeface="游ゴシック"/>
                <a:cs typeface="游ゴシック"/>
              </a:rPr>
              <a:t>：</a:t>
            </a:r>
            <a:r>
              <a:rPr lang="en-US" sz="2400" b="1" u="none" strike="noStrike" spc="0">
                <a:solidFill>
                  <a:srgbClr val="FFFFFF"/>
                </a:solidFill>
                <a:latin typeface="Times New Roman"/>
                <a:cs typeface="Times New Roman"/>
              </a:rPr>
              <a:t>1</a:t>
            </a:r>
            <a:r>
              <a:rPr lang="ja-JP" sz="2400" b="1" u="none" strike="noStrike" spc="0">
                <a:solidFill>
                  <a:srgbClr val="FFFFFF"/>
                </a:solidFill>
                <a:latin typeface="Times New Roman"/>
                <a:cs typeface="Times New Roman"/>
              </a:rPr>
              <a:t>回の画像処理で物体の位置とクラスを予測できる高速かつ高精度なモデル</a:t>
            </a:r>
            <a:r>
              <a:rPr lang="ja-JP" sz="2400" u="none" strike="noStrike" spc="0">
                <a:solidFill>
                  <a:srgbClr val="FFFFFF"/>
                </a:solidFill>
                <a:latin typeface="Times New Roman"/>
                <a:cs typeface="Times New Roman"/>
              </a:rPr>
              <a:t>で、検出、分類、セグメンテーションを同じモデルで扱える最新バージョンです。</a:t>
            </a:r>
            <a:endParaRPr/>
          </a:p>
        </p:txBody>
      </p:sp>
      <p:pic>
        <p:nvPicPr>
          <p:cNvPr id="4" name=""/>
          <p:cNvPicPr/>
          <p:nvPr/>
        </p:nvPicPr>
        <p:blipFill>
          <a:blip r:embed="rId4"/>
          <a:stretch>
            <a:fillRect/>
          </a:stretch>
        </p:blipFill>
        <p:spPr>
          <a:xfrm>
            <a:off x="200759" y="2368650"/>
            <a:ext cx="4384523" cy="2765345"/>
          </a:xfrm>
          <a:prstGeom prst="rect">
            <a:avLst/>
          </a:prstGeom>
          <a:ln>
            <a:noFill/>
          </a:ln>
          <a:effectLst/>
        </p:spPr>
      </p:pic>
      <p:pic>
        <p:nvPicPr>
          <p:cNvPr id="5" name=""/>
          <p:cNvPicPr/>
          <p:nvPr/>
        </p:nvPicPr>
        <p:blipFill>
          <a:blip r:embed="rId5"/>
          <a:stretch>
            <a:fillRect/>
          </a:stretch>
        </p:blipFill>
        <p:spPr>
          <a:xfrm>
            <a:off x="4816496" y="2340932"/>
            <a:ext cx="4870493" cy="2793064"/>
          </a:xfrm>
          <a:prstGeom prst="rect">
            <a:avLst/>
          </a:prstGeom>
          <a:ln>
            <a:noFill/>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1">
  <p:cSld name="Slide_7">
    <p:bg>
      <p:bgPr>
        <a:blipFill>
          <a:blip r:embed="rId3"/>
          <a:stretch>
            <a:fillRect/>
          </a:stretch>
        </a:blipFill>
        <a:effectLst/>
      </p:bgPr>
    </p:bg>
    <p:spTree>
      <p:nvGrpSpPr>
        <p:cNvPr id="1" name="noGroup"/>
        <p:cNvGrpSpPr/>
        <p:nvPr/>
      </p:nvGrpSpPr>
      <p:grpSpPr>
        <a:xfrm>
          <a:off x="0" y="0"/>
          <a:ext cx="0" cy="0"/>
          <a:chOff x="0" y="0"/>
          <a:chExt cx="0" cy="0"/>
        </a:xfrm>
      </p:grpSpPr>
      <p:sp>
        <p:nvSpPr>
          <p:cNvPr id="2" name="テキスト ボックス 1"/>
          <p:cNvSpPr txBox="1"/>
          <p:nvPr/>
        </p:nvSpPr>
        <p:spPr>
          <a:xfrm>
            <a:off x="756312" y="1057253"/>
            <a:ext cx="8304676" cy="2056910"/>
          </a:xfrm>
          <a:prstGeom prst="rect">
            <a:avLst/>
          </a:prstGeom>
          <a:noFill/>
          <a:ln>
            <a:noFill/>
          </a:ln>
          <a:effectLst/>
        </p:spPr>
        <p:txBody>
          <a:bodyPr lIns="91440" tIns="45720" rIns="91440" bIns="45720" anchor="t">
            <a:spAutoFit/>
          </a:bodyPr>
          <a:lstStyle/>
          <a:p>
            <a:pPr marL="0" marR="0" indent="0" algn="l">
              <a:lnSpc>
                <a:spcPct val="100000"/>
              </a:lnSpc>
              <a:spcBef>
                <a:spcPts val="0"/>
              </a:spcBef>
              <a:spcAft>
                <a:spcPts val="0"/>
              </a:spcAft>
            </a:pPr>
            <a:r>
              <a:rPr lang="en-US" sz="1800" u="none" strike="noStrike" spc="0">
                <a:solidFill>
                  <a:srgbClr val="FFFFFF"/>
                </a:solidFill>
                <a:latin typeface="Times New Roman"/>
                <a:cs typeface="Times New Roman"/>
              </a:rPr>
              <a:t>FastAPI</a:t>
            </a:r>
            <a:r>
              <a:rPr lang="ja-JP" sz="1800" u="none" strike="noStrike" spc="0">
                <a:solidFill>
                  <a:srgbClr val="FFFFFF"/>
                </a:solidFill>
                <a:latin typeface="Times New Roman"/>
                <a:cs typeface="Times New Roman"/>
              </a:rPr>
              <a:t>（ファストエーアイピーアイ）は、</a:t>
            </a:r>
            <a:r>
              <a:rPr lang="en-US" sz="1800" u="none" strike="noStrike" spc="0">
                <a:solidFill>
                  <a:srgbClr val="FFFFFF"/>
                </a:solidFill>
                <a:latin typeface="Times New Roman"/>
                <a:cs typeface="Times New Roman"/>
              </a:rPr>
              <a:t>Python</a:t>
            </a:r>
            <a:r>
              <a:rPr lang="ja-JP" sz="1800" u="none" strike="noStrike" spc="0">
                <a:solidFill>
                  <a:srgbClr val="FFFFFF"/>
                </a:solidFill>
                <a:latin typeface="Times New Roman"/>
                <a:cs typeface="Times New Roman"/>
              </a:rPr>
              <a:t>で作られた最新の</a:t>
            </a:r>
            <a:r>
              <a:rPr lang="en-US" sz="1800" u="none" strike="noStrike" spc="0">
                <a:solidFill>
                  <a:srgbClr val="FFFFFF"/>
                </a:solidFill>
                <a:latin typeface="Times New Roman"/>
                <a:cs typeface="Times New Roman"/>
              </a:rPr>
              <a:t>Web</a:t>
            </a:r>
            <a:r>
              <a:rPr lang="ja-JP" sz="1800" u="none" strike="noStrike" spc="0">
                <a:solidFill>
                  <a:srgbClr val="FFFFFF"/>
                </a:solidFill>
                <a:latin typeface="Times New Roman"/>
                <a:cs typeface="Times New Roman"/>
              </a:rPr>
              <a:t>フレームワークの一つです。</a:t>
            </a:r>
            <a:br>
              <a:rPr strike="noStrike"/>
            </a:br>
            <a:r>
              <a:rPr lang="ja-JP" sz="1800" u="none" strike="noStrike" spc="0">
                <a:solidFill>
                  <a:srgbClr val="FFFFFF"/>
                </a:solidFill>
                <a:latin typeface="Times New Roman"/>
                <a:cs typeface="Times New Roman"/>
              </a:rPr>
              <a:t>）**な</a:t>
            </a:r>
            <a:r>
              <a:rPr lang="en-US" sz="1800" u="none" strike="noStrike" spc="0">
                <a:solidFill>
                  <a:srgbClr val="FFFFFF"/>
                </a:solidFill>
                <a:latin typeface="Times New Roman"/>
                <a:cs typeface="Times New Roman"/>
              </a:rPr>
              <a:t>API</a:t>
            </a:r>
            <a:r>
              <a:rPr lang="ja-JP" sz="1800" u="none" strike="noStrike" spc="0">
                <a:solidFill>
                  <a:srgbClr val="FFFFFF"/>
                </a:solidFill>
                <a:latin typeface="Times New Roman"/>
                <a:cs typeface="Times New Roman"/>
              </a:rPr>
              <a:t>開発ができることから人気があります。</a:t>
            </a:r>
            <a:endParaRPr/>
          </a:p>
          <a:p>
            <a:pPr marL="0" marR="0" indent="0" algn="l">
              <a:lnSpc>
                <a:spcPct val="100000"/>
              </a:lnSpc>
              <a:spcBef>
                <a:spcPts val="0"/>
              </a:spcBef>
              <a:spcAft>
                <a:spcPts val="0"/>
              </a:spcAft>
            </a:pPr>
            <a:r>
              <a:rPr lang="ja-JP" sz="1800" u="none" strike="noStrike" spc="0">
                <a:solidFill>
                  <a:srgbClr val="FFFFFF"/>
                </a:solidFill>
                <a:latin typeface="Times New Roman"/>
                <a:cs typeface="Times New Roman"/>
              </a:rPr>
              <a:t>主な特徴は次のとおりです：非同期処理（</a:t>
            </a:r>
            <a:r>
              <a:rPr lang="en-US" sz="1800" u="none" strike="noStrike" spc="0">
                <a:solidFill>
                  <a:srgbClr val="FFFFFF"/>
                </a:solidFill>
                <a:latin typeface="Times New Roman"/>
                <a:cs typeface="Times New Roman"/>
              </a:rPr>
              <a:t>async/await</a:t>
            </a:r>
            <a:r>
              <a:rPr lang="ja-JP" sz="1800" u="none" strike="noStrike" spc="0">
                <a:solidFill>
                  <a:srgbClr val="FFFFFF"/>
                </a:solidFill>
                <a:latin typeface="Times New Roman"/>
                <a:cs typeface="Times New Roman"/>
              </a:rPr>
              <a:t>）</a:t>
            </a:r>
            <a:r>
              <a:rPr lang="en-US" sz="1800" u="none" strike="noStrike" spc="0">
                <a:solidFill>
                  <a:srgbClr val="FFFFFF"/>
                </a:solidFill>
                <a:latin typeface="游ゴシック"/>
                <a:cs typeface="游ゴシック"/>
              </a:rPr>
              <a:t>,</a:t>
            </a:r>
            <a:r>
              <a:rPr lang="ja-JP" sz="1800" b="1" u="none" strike="noStrike" spc="0">
                <a:solidFill>
                  <a:srgbClr val="FFFFFF"/>
                </a:solidFill>
                <a:latin typeface="Times New Roman"/>
                <a:cs typeface="Times New Roman"/>
              </a:rPr>
              <a:t>高い速度</a:t>
            </a:r>
            <a:r>
              <a:rPr lang="en-US" sz="1800" u="none" strike="noStrike" spc="0">
                <a:solidFill>
                  <a:srgbClr val="FFFFFF"/>
                </a:solidFill>
                <a:latin typeface="游ゴシック"/>
                <a:cs typeface="游ゴシック"/>
              </a:rPr>
              <a:t>, </a:t>
            </a:r>
            <a:r>
              <a:rPr lang="ja-JP" sz="1800" b="1" u="none" strike="noStrike" spc="0">
                <a:solidFill>
                  <a:srgbClr val="FFFFFF"/>
                </a:solidFill>
                <a:latin typeface="Times New Roman"/>
                <a:cs typeface="Times New Roman"/>
              </a:rPr>
              <a:t>自動ドキュメント生成</a:t>
            </a:r>
            <a:endParaRPr/>
          </a:p>
          <a:p>
            <a:pPr marL="0" marR="0" indent="0" algn="l">
              <a:lnSpc>
                <a:spcPct val="100000"/>
              </a:lnSpc>
              <a:spcBef>
                <a:spcPts val="0"/>
              </a:spcBef>
              <a:spcAft>
                <a:spcPts val="0"/>
              </a:spcAft>
            </a:pPr>
            <a:endParaRPr/>
          </a:p>
        </p:txBody>
      </p:sp>
      <p:sp>
        <p:nvSpPr>
          <p:cNvPr id="3" name="テキスト ボックス 2"/>
          <p:cNvSpPr txBox="1"/>
          <p:nvPr/>
        </p:nvSpPr>
        <p:spPr>
          <a:xfrm>
            <a:off x="3826558" y="339062"/>
            <a:ext cx="3869756" cy="439532"/>
          </a:xfrm>
          <a:prstGeom prst="rect">
            <a:avLst/>
          </a:prstGeom>
          <a:noFill/>
          <a:ln>
            <a:noFill/>
          </a:ln>
          <a:effectLst/>
        </p:spPr>
        <p:txBody>
          <a:bodyPr lIns="91440" tIns="45720" rIns="91440" bIns="45720" anchor="t">
            <a:spAutoFit/>
          </a:bodyPr>
          <a:lstStyle/>
          <a:p>
            <a:pPr marL="0" marR="0" indent="0" algn="l">
              <a:lnSpc>
                <a:spcPct val="100000"/>
              </a:lnSpc>
              <a:spcBef>
                <a:spcPts val="0"/>
              </a:spcBef>
              <a:spcAft>
                <a:spcPts val="0"/>
              </a:spcAft>
            </a:pPr>
            <a:r>
              <a:rPr lang="ja-JP" sz="2200" u="none" strike="noStrike" spc="0">
                <a:solidFill>
                  <a:srgbClr val="0D0D0D"/>
                </a:solidFill>
                <a:latin typeface="游ゴシック"/>
                <a:cs typeface="游ゴシック"/>
              </a:rPr>
              <a:t>FastAPIとは ?</a:t>
            </a:r>
            <a:endParaRPr/>
          </a:p>
        </p:txBody>
      </p:sp>
      <p:pic>
        <p:nvPicPr>
          <p:cNvPr id="4" name=""/>
          <p:cNvPicPr/>
          <p:nvPr/>
        </p:nvPicPr>
        <p:blipFill>
          <a:blip r:embed="rId4"/>
          <a:stretch>
            <a:fillRect/>
          </a:stretch>
        </p:blipFill>
        <p:spPr>
          <a:xfrm>
            <a:off x="2565198" y="2833741"/>
            <a:ext cx="4809297" cy="2462244"/>
          </a:xfrm>
          <a:prstGeom prst="rect">
            <a:avLst/>
          </a:prstGeom>
          <a:ln>
            <a:noFill/>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1">
  <p:cSld name="Slide_8">
    <p:bg>
      <p:bgPr>
        <a:blipFill>
          <a:blip r:embed="rId3"/>
          <a:stretch>
            <a:fillRect/>
          </a:stretch>
        </a:blipFill>
        <a:effectLst/>
      </p:bgPr>
    </p:bg>
    <p:spTree>
      <p:nvGrpSpPr>
        <p:cNvPr id="1" name="noGroup"/>
        <p:cNvGrpSpPr/>
        <p:nvPr/>
      </p:nvGrpSpPr>
      <p:grpSpPr>
        <a:xfrm>
          <a:off x="0" y="0"/>
          <a:ext cx="0" cy="0"/>
          <a:chOff x="0" y="0"/>
          <a:chExt cx="0" cy="0"/>
        </a:xfrm>
      </p:grpSpPr>
      <p:sp>
        <p:nvSpPr>
          <p:cNvPr id="2" name="Title 1"/>
          <p:cNvSpPr txBox="1"/>
          <p:nvPr>
            <p:ph type="title" idx="4294967295"/>
          </p:nvPr>
        </p:nvSpPr>
        <p:spPr>
          <a:xfrm>
            <a:off x="415413" y="183768"/>
            <a:ext cx="8891439" cy="424773"/>
          </a:xfrm>
          <a:prstGeom prst="rect">
            <a:avLst/>
          </a:prstGeom>
          <a:noFill/>
          <a:ln>
            <a:noFill/>
          </a:ln>
          <a:effectLst/>
        </p:spPr>
        <p:txBody>
          <a:bodyPr lIns="91440" tIns="45720" rIns="91440" bIns="45720" anchor="b">
            <a:spAutoFit/>
          </a:bodyPr>
          <a:lstStyle/>
          <a:p>
            <a:pPr marL="0" marR="0" indent="0" algn="ctr">
              <a:lnSpc>
                <a:spcPct val="90000"/>
              </a:lnSpc>
              <a:spcBef>
                <a:spcPts val="400"/>
              </a:spcBef>
              <a:spcAft>
                <a:spcPts val="0"/>
              </a:spcAft>
            </a:pPr>
            <a:r>
              <a:rPr lang="en-US" sz="2400" b="1" u="none" strike="noStrike" cap="all" spc="0">
                <a:solidFill>
                  <a:srgbClr val="0D0D0D"/>
                </a:solidFill>
                <a:latin typeface="Arial"/>
                <a:cs typeface="Arial"/>
              </a:rPr>
              <a:t>SPA </a:t>
            </a:r>
            <a:r>
              <a:rPr lang="en-US" sz="2400" b="1" u="none" strike="noStrike" cap="all" spc="0">
                <a:solidFill>
                  <a:srgbClr val="0D0D0D"/>
                </a:solidFill>
                <a:latin typeface="Arial"/>
                <a:cs typeface="Arial"/>
              </a:rPr>
              <a:t>とは？</a:t>
            </a:r>
            <a:endParaRPr/>
          </a:p>
        </p:txBody>
      </p:sp>
      <p:sp>
        <p:nvSpPr>
          <p:cNvPr id="3" name="テキスト ボックス 2"/>
          <p:cNvSpPr txBox="1"/>
          <p:nvPr/>
        </p:nvSpPr>
        <p:spPr>
          <a:xfrm>
            <a:off x="594682" y="1020175"/>
            <a:ext cx="8326275" cy="932341"/>
          </a:xfrm>
          <a:prstGeom prst="rect">
            <a:avLst/>
          </a:prstGeom>
          <a:noFill/>
          <a:ln>
            <a:noFill/>
          </a:ln>
          <a:effectLst/>
        </p:spPr>
        <p:txBody>
          <a:bodyPr lIns="91440" tIns="45720" rIns="91440" bIns="45720" anchor="t">
            <a:spAutoFit/>
          </a:bodyPr>
          <a:lstStyle/>
          <a:p>
            <a:pPr marL="0" marR="0" indent="0" algn="l">
              <a:lnSpc>
                <a:spcPct val="100000"/>
              </a:lnSpc>
              <a:spcBef>
                <a:spcPts val="0"/>
              </a:spcBef>
              <a:spcAft>
                <a:spcPts val="0"/>
              </a:spcAft>
            </a:pPr>
            <a:r>
              <a:rPr lang="en-US" sz="1800" u="none" strike="noStrike" spc="0">
                <a:solidFill>
                  <a:srgbClr val="FFFFFF"/>
                </a:solidFill>
                <a:latin typeface="游ゴシック"/>
                <a:cs typeface="游ゴシック"/>
              </a:rPr>
              <a:t>SPA HTML file</a:t>
            </a:r>
            <a:r>
              <a:rPr lang="ja-JP" sz="1800" u="none" strike="noStrike" spc="0">
                <a:solidFill>
                  <a:srgbClr val="FFFFFF"/>
                </a:solidFill>
                <a:latin typeface="游ゴシック"/>
                <a:cs typeface="游ゴシック"/>
              </a:rPr>
              <a:t>：</a:t>
            </a:r>
            <a:r>
              <a:rPr lang="en-US" sz="1800" b="1" u="none" strike="noStrike" spc="0">
                <a:solidFill>
                  <a:srgbClr val="FFFFFF"/>
                </a:solidFill>
                <a:latin typeface="Times New Roman"/>
                <a:cs typeface="Times New Roman"/>
              </a:rPr>
              <a:t>SPA = Single Page Application</a:t>
            </a:r>
            <a:endParaRPr/>
          </a:p>
          <a:p>
            <a:pPr marL="0" marR="0" indent="0" algn="l">
              <a:lnSpc>
                <a:spcPct val="100000"/>
              </a:lnSpc>
              <a:spcBef>
                <a:spcPts val="0"/>
              </a:spcBef>
              <a:spcAft>
                <a:spcPts val="0"/>
              </a:spcAft>
            </a:pPr>
            <a:r>
              <a:rPr lang="ja-JP" sz="1800" b="1" u="none" strike="noStrike" spc="0">
                <a:solidFill>
                  <a:srgbClr val="FFFFFF"/>
                </a:solidFill>
                <a:latin typeface="Times New Roman"/>
                <a:cs typeface="Times New Roman"/>
              </a:rPr>
              <a:t>意味</a:t>
            </a:r>
            <a:r>
              <a:rPr lang="en-US" sz="1800" b="1" u="none" strike="noStrike" spc="0">
                <a:solidFill>
                  <a:srgbClr val="FFFFFF"/>
                </a:solidFill>
                <a:latin typeface="Times New Roman"/>
                <a:cs typeface="Times New Roman"/>
              </a:rPr>
              <a:t>:</a:t>
            </a:r>
            <a:r>
              <a:rPr lang="en-US" sz="1800" u="none" strike="noStrike" spc="0">
                <a:solidFill>
                  <a:srgbClr val="FFFFFF"/>
                </a:solidFill>
                <a:latin typeface="Times New Roman"/>
                <a:cs typeface="Times New Roman"/>
              </a:rPr>
              <a:t> 1</a:t>
            </a:r>
            <a:r>
              <a:rPr lang="ja-JP" sz="1800" u="none" strike="noStrike" spc="0">
                <a:solidFill>
                  <a:srgbClr val="FFFFFF"/>
                </a:solidFill>
                <a:latin typeface="Times New Roman"/>
                <a:cs typeface="Times New Roman"/>
              </a:rPr>
              <a:t>つの</a:t>
            </a:r>
            <a:r>
              <a:rPr lang="en-US" sz="1800" u="none" strike="noStrike" spc="0">
                <a:solidFill>
                  <a:srgbClr val="FFFFFF"/>
                </a:solidFill>
                <a:latin typeface="Times New Roman"/>
                <a:cs typeface="Times New Roman"/>
              </a:rPr>
              <a:t>HTML</a:t>
            </a:r>
            <a:r>
              <a:rPr lang="ja-JP" sz="1800" u="none" strike="noStrike" spc="0">
                <a:solidFill>
                  <a:srgbClr val="FFFFFF"/>
                </a:solidFill>
                <a:latin typeface="Times New Roman"/>
                <a:cs typeface="Times New Roman"/>
              </a:rPr>
              <a:t>ページだけを読み込み、ユーザーが操作するとページ全体を再読み込みせずに一部の内容だけを更新するウェブアプリケーション。</a:t>
            </a:r>
            <a:endParaRPr/>
          </a:p>
        </p:txBody>
      </p:sp>
      <p:sp>
        <p:nvSpPr>
          <p:cNvPr id="4" name="テキスト ボックス 3"/>
          <p:cNvSpPr txBox="1"/>
          <p:nvPr/>
        </p:nvSpPr>
        <p:spPr>
          <a:xfrm>
            <a:off x="1131768" y="3632171"/>
            <a:ext cx="914342" cy="366096"/>
          </a:xfrm>
          <a:prstGeom prst="rect">
            <a:avLst/>
          </a:prstGeom>
          <a:noFill/>
          <a:ln>
            <a:noFill/>
          </a:ln>
          <a:effectLst/>
        </p:spPr>
        <p:txBody>
          <a:bodyPr wrap="none" lIns="91440" tIns="45720" rIns="91440" bIns="45720" anchor="t">
            <a:spAutoFit/>
          </a:bodyPr>
          <a:lstStyle/>
          <a:p>
            <a:pPr marL="0" marR="0" indent="0" algn="l">
              <a:lnSpc>
                <a:spcPct val="100000"/>
              </a:lnSpc>
              <a:spcBef>
                <a:spcPts val="0"/>
              </a:spcBef>
              <a:spcAft>
                <a:spcPts val="0"/>
              </a:spcAft>
            </a:pPr>
            <a:endParaRPr/>
          </a:p>
        </p:txBody>
      </p:sp>
      <p:pic>
        <p:nvPicPr>
          <p:cNvPr id="5" name=""/>
          <p:cNvPicPr/>
          <p:nvPr/>
        </p:nvPicPr>
        <p:blipFill>
          <a:blip r:embed="rId4"/>
          <a:stretch>
            <a:fillRect/>
          </a:stretch>
        </p:blipFill>
        <p:spPr>
          <a:xfrm>
            <a:off x="1716371" y="2114506"/>
            <a:ext cx="6173611" cy="3372267"/>
          </a:xfrm>
          <a:prstGeom prst="rect">
            <a:avLst/>
          </a:prstGeom>
          <a:ln>
            <a:noFill/>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1">
  <p:cSld name="Slide_9">
    <p:bg>
      <p:bgPr>
        <a:blipFill>
          <a:blip r:embed="rId3"/>
          <a:stretch>
            <a:fillRect/>
          </a:stretch>
        </a:blipFill>
        <a:effectLst/>
      </p:bgPr>
    </p:bg>
    <p:spTree>
      <p:nvGrpSpPr>
        <p:cNvPr id="1" name="noGroup"/>
        <p:cNvGrpSpPr/>
        <p:nvPr/>
      </p:nvGrpSpPr>
      <p:grpSpPr>
        <a:xfrm>
          <a:off x="0" y="0"/>
          <a:ext cx="0" cy="0"/>
          <a:chOff x="0" y="0"/>
          <a:chExt cx="0" cy="0"/>
        </a:xfrm>
      </p:grpSpPr>
      <p:sp>
        <p:nvSpPr>
          <p:cNvPr id="2" name="Title 1"/>
          <p:cNvSpPr txBox="1"/>
          <p:nvPr>
            <p:ph type="title" idx="4294967295"/>
          </p:nvPr>
        </p:nvSpPr>
        <p:spPr>
          <a:xfrm>
            <a:off x="682517" y="66091"/>
            <a:ext cx="8891439" cy="424773"/>
          </a:xfrm>
          <a:prstGeom prst="rect">
            <a:avLst/>
          </a:prstGeom>
          <a:noFill/>
          <a:ln>
            <a:noFill/>
          </a:ln>
          <a:effectLst/>
        </p:spPr>
        <p:txBody>
          <a:bodyPr lIns="91440" tIns="45720" rIns="91440" bIns="45720" anchor="b">
            <a:spAutoFit/>
          </a:bodyPr>
          <a:lstStyle/>
          <a:p>
            <a:pPr marL="0" marR="0" indent="0" algn="ctr">
              <a:lnSpc>
                <a:spcPct val="90000"/>
              </a:lnSpc>
              <a:spcBef>
                <a:spcPts val="400"/>
              </a:spcBef>
              <a:spcAft>
                <a:spcPts val="0"/>
              </a:spcAft>
            </a:pPr>
            <a:r>
              <a:rPr lang="en-US" sz="2400" b="1" u="none" strike="noStrike" cap="all" spc="0">
                <a:solidFill>
                  <a:srgbClr val="0D0D0D"/>
                </a:solidFill>
                <a:latin typeface="Arial"/>
                <a:cs typeface="Arial"/>
              </a:rPr>
              <a:t>Docker </a:t>
            </a:r>
            <a:r>
              <a:rPr lang="en-US" sz="2400" b="1" u="none" strike="noStrike" cap="all" spc="0">
                <a:solidFill>
                  <a:srgbClr val="0D0D0D"/>
                </a:solidFill>
                <a:latin typeface="Arial"/>
                <a:cs typeface="Arial"/>
              </a:rPr>
              <a:t>とは？</a:t>
            </a:r>
            <a:endParaRPr/>
          </a:p>
        </p:txBody>
      </p:sp>
      <p:sp>
        <p:nvSpPr>
          <p:cNvPr id="3" name="Content Placeholder 2"/>
          <p:cNvSpPr txBox="1"/>
          <p:nvPr>
            <p:ph idx="4294967295"/>
          </p:nvPr>
        </p:nvSpPr>
        <p:spPr>
          <a:xfrm>
            <a:off x="0" y="608001"/>
            <a:ext cx="8981434" cy="1411111"/>
          </a:xfrm>
          <a:prstGeom prst="rect">
            <a:avLst/>
          </a:prstGeom>
          <a:noFill/>
          <a:ln>
            <a:noFill/>
          </a:ln>
          <a:effectLst/>
        </p:spPr>
        <p:txBody>
          <a:bodyPr lIns="91440" tIns="45720" rIns="91440" bIns="45720" anchor="t">
            <a:spAutoFit/>
          </a:bodyPr>
          <a:lstStyle/>
          <a:p>
            <a:pPr marL="201676" marR="0" lvl="0" indent="-188975" algn="l">
              <a:lnSpc>
                <a:spcPct val="120000"/>
              </a:lnSpc>
              <a:spcBef>
                <a:spcPts val="600"/>
              </a:spcBef>
              <a:spcAft>
                <a:spcPts val="0"/>
              </a:spcAft>
              <a:buSzPct val="100000"/>
              <a:buChar char="⠀"/>
            </a:pPr>
            <a:r>
              <a:rPr lang="en-US" sz="2000" u="none" strike="noStrike" spc="28">
                <a:solidFill>
                  <a:srgbClr val="FFFFFF"/>
                </a:solidFill>
                <a:latin typeface="Times New Roman"/>
                <a:cs typeface="Times New Roman"/>
              </a:rPr>
              <a:t>Docker</a:t>
            </a:r>
            <a:r>
              <a:rPr lang="ja-JP" sz="2000" u="none" strike="noStrike" spc="28">
                <a:solidFill>
                  <a:srgbClr val="FFFFFF"/>
                </a:solidFill>
                <a:latin typeface="Times New Roman"/>
                <a:cs typeface="Times New Roman"/>
              </a:rPr>
              <a:t>（ドッカー）は、</a:t>
            </a:r>
            <a:r>
              <a:rPr lang="ja-JP" sz="2000" b="1" u="none" strike="noStrike" spc="28">
                <a:solidFill>
                  <a:srgbClr val="FFFFFF"/>
                </a:solidFill>
                <a:latin typeface="Times New Roman"/>
                <a:cs typeface="Times New Roman"/>
              </a:rPr>
              <a:t>アプリケーションを軽量なコンテナ（仮想環境）で実行するためのプラットフォーム</a:t>
            </a:r>
            <a:r>
              <a:rPr lang="ja-JP" sz="2000" u="none" strike="noStrike" spc="28">
                <a:solidFill>
                  <a:srgbClr val="FFFFFF"/>
                </a:solidFill>
                <a:latin typeface="Times New Roman"/>
                <a:cs typeface="Times New Roman"/>
              </a:rPr>
              <a:t>です。</a:t>
            </a:r>
            <a:br>
              <a:rPr strike="noStrike"/>
            </a:br>
            <a:r>
              <a:rPr lang="ja-JP" sz="2000" b="1" u="none" strike="noStrike" spc="28">
                <a:solidFill>
                  <a:srgbClr val="FFFFFF"/>
                </a:solidFill>
                <a:latin typeface="Times New Roman"/>
                <a:cs typeface="Times New Roman"/>
              </a:rPr>
              <a:t>開発・テスト・本番環境の違いをなくす</a:t>
            </a:r>
            <a:r>
              <a:rPr lang="ja-JP" sz="2000" u="none" strike="noStrike" spc="28">
                <a:solidFill>
                  <a:srgbClr val="FFFFFF"/>
                </a:solidFill>
                <a:latin typeface="Times New Roman"/>
                <a:cs typeface="Times New Roman"/>
              </a:rPr>
              <a:t>ことができます。</a:t>
            </a:r>
            <a:endParaRPr/>
          </a:p>
        </p:txBody>
      </p:sp>
      <p:pic>
        <p:nvPicPr>
          <p:cNvPr id="4" name=""/>
          <p:cNvPicPr/>
          <p:nvPr/>
        </p:nvPicPr>
        <p:blipFill>
          <a:blip r:embed="rId4"/>
          <a:stretch>
            <a:fillRect/>
          </a:stretch>
        </p:blipFill>
        <p:spPr>
          <a:xfrm>
            <a:off x="154358" y="2400328"/>
            <a:ext cx="4884892" cy="2991771"/>
          </a:xfrm>
          <a:prstGeom prst="rect">
            <a:avLst/>
          </a:prstGeom>
          <a:ln>
            <a:noFill/>
          </a:ln>
          <a:effectLst/>
        </p:spPr>
      </p:pic>
      <p:pic>
        <p:nvPicPr>
          <p:cNvPr id="5" name=""/>
          <p:cNvPicPr/>
          <p:nvPr/>
        </p:nvPicPr>
        <p:blipFill>
          <a:blip r:embed="rId5"/>
          <a:stretch>
            <a:fillRect/>
          </a:stretch>
        </p:blipFill>
        <p:spPr>
          <a:xfrm>
            <a:off x="5180073" y="2400328"/>
            <a:ext cx="4708503" cy="2991771"/>
          </a:xfrm>
          <a:prstGeom prst="rect">
            <a:avLst/>
          </a:prstGeom>
          <a:ln>
            <a:noFill/>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1">
  <p:cSld name="Slide_10">
    <p:bg>
      <p:bgPr>
        <a:blipFill>
          <a:blip r:embed="rId3"/>
          <a:stretch>
            <a:fillRect/>
          </a:stretch>
        </a:blipFill>
        <a:effectLst/>
      </p:bgPr>
    </p:bg>
    <p:spTree>
      <p:nvGrpSpPr>
        <p:cNvPr id="1" name="noGroup"/>
        <p:cNvGrpSpPr/>
        <p:nvPr/>
      </p:nvGrpSpPr>
      <p:grpSpPr>
        <a:xfrm>
          <a:off x="0" y="0"/>
          <a:ext cx="0" cy="0"/>
          <a:chOff x="0" y="0"/>
          <a:chExt cx="0" cy="0"/>
        </a:xfrm>
      </p:grpSpPr>
      <p:sp>
        <p:nvSpPr>
          <p:cNvPr id="2" name="Title 1"/>
          <p:cNvSpPr txBox="1"/>
          <p:nvPr>
            <p:ph type="title" idx="4294967295"/>
          </p:nvPr>
        </p:nvSpPr>
        <p:spPr>
          <a:xfrm>
            <a:off x="593602" y="122284"/>
            <a:ext cx="8891439" cy="425493"/>
          </a:xfrm>
          <a:prstGeom prst="rect">
            <a:avLst/>
          </a:prstGeom>
          <a:noFill/>
          <a:ln>
            <a:noFill/>
          </a:ln>
          <a:effectLst/>
        </p:spPr>
        <p:txBody>
          <a:bodyPr lIns="91440" tIns="45720" rIns="91440" bIns="45720" anchor="b">
            <a:spAutoFit/>
          </a:bodyPr>
          <a:lstStyle/>
          <a:p>
            <a:pPr marL="0" marR="0" indent="0" algn="ctr">
              <a:lnSpc>
                <a:spcPct val="90000"/>
              </a:lnSpc>
              <a:spcBef>
                <a:spcPts val="400"/>
              </a:spcBef>
              <a:spcAft>
                <a:spcPts val="0"/>
              </a:spcAft>
            </a:pPr>
            <a:r>
              <a:rPr lang="en-US" sz="2400" b="1" u="none" strike="noStrike" cap="all" spc="0">
                <a:solidFill>
                  <a:srgbClr val="0D0D0D"/>
                </a:solidFill>
                <a:latin typeface="Arial"/>
                <a:cs typeface="Arial"/>
              </a:rPr>
              <a:t>6.</a:t>
            </a:r>
            <a:r>
              <a:rPr lang="en-US" sz="2400" b="1" u="none" strike="noStrike" cap="all" spc="0">
                <a:solidFill>
                  <a:srgbClr val="0D0D0D"/>
                </a:solidFill>
                <a:latin typeface="Arial"/>
                <a:cs typeface="Arial"/>
              </a:rPr>
              <a:t>処理の流れ</a:t>
            </a:r>
            <a:endParaRPr/>
          </a:p>
        </p:txBody>
      </p:sp>
      <p:sp>
        <p:nvSpPr>
          <p:cNvPr id="3" name="フリーフォーム: 図形 4"/>
          <p:cNvSpPr/>
          <p:nvPr/>
        </p:nvSpPr>
        <p:spPr>
          <a:xfrm>
            <a:off x="3725765" y="1693333"/>
            <a:ext cx="158750" cy="3429503"/>
          </a:xfrm>
          <a:custGeom>
            <a:avLst>
              <a:gd name="adj1" fmla="val 50000"/>
              <a:gd name="adj2" fmla="val 50000"/>
            </a:avLst>
            <a:gdLst>
              <a:gd name="gd0" fmla="val 0"/>
              <a:gd name="gd1" fmla="val 21600"/>
              <a:gd name="gd2" fmla="val 0"/>
              <a:gd name="gd3" fmla="val 21600"/>
              <a:gd name="gd4" fmla="+- 0 gd3 gd2"/>
              <a:gd name="gd5" fmla="+- 0 gd1 gd0"/>
              <a:gd name="gd6" fmla="+/ 0 gd5 1"/>
              <a:gd name="gd7" fmla="+/ 0 gd4 1"/>
              <a:gd name="gd8" fmla="val 0"/>
              <a:gd name="gd9" fmla="val 21600"/>
              <a:gd name="gd10" fmla="val 10800"/>
              <a:gd name="gd11" fmla="+- 0 gd9 gd8"/>
              <a:gd name="gd12" fmla="val 0"/>
              <a:gd name="gd13" fmla="val 1"/>
              <a:gd name="gd14" fmla="+/ 0 gd11 1"/>
              <a:gd name="gd15" fmla="+- 0 21600 gd13"/>
              <a:gd name="gd16" fmla="+- 0 21600 gd12"/>
              <a:gd name="gd17" fmla="*/ 0 gd14 1"/>
              <a:gd name="gd18" fmla="*/ gd16 gd13 1"/>
              <a:gd name="gd19" fmla="+/ 0 gd17 1"/>
              <a:gd name="gd20" fmla="+/ 0 gd18 1"/>
              <a:gd name="gd21" fmla="+/ gd12 gd20 1"/>
              <a:gd name="gd22" fmla="+/ 0 0 1"/>
              <a:gd name="gd23" fmla="+/ 0 1 1"/>
            </a:gdLst>
            <a:ahLst/>
            <a:cxnLst/>
            <a:rect l="0" t="0" r="r" b="b"/>
            <a:pathLst>
              <a:path w="21600" h="21600">
                <a:moveTo>
                  <a:pt x="gd13" y="gd8"/>
                </a:moveTo>
                <a:lnTo>
                  <a:pt x="gd13" y="gd12"/>
                </a:lnTo>
                <a:lnTo>
                  <a:pt x="gd8" y="gd12"/>
                </a:lnTo>
                <a:lnTo>
                  <a:pt x="gd10" y="gd9"/>
                </a:lnTo>
                <a:lnTo>
                  <a:pt x="gd9" y="gd12"/>
                </a:lnTo>
                <a:lnTo>
                  <a:pt x="gd15" y="gd12"/>
                </a:lnTo>
                <a:lnTo>
                  <a:pt x="gd15" y="gd8"/>
                </a:lnTo>
                <a:close/>
              </a:path>
            </a:pathLst>
          </a:custGeom>
          <a:solidFill>
            <a:srgbClr val="FFFF00"/>
          </a:solidFill>
          <a:ln>
            <a:noFill/>
          </a:ln>
          <a:effectLst/>
        </p:spPr>
        <p:txBody>
          <a:bodyPr lIns="0" tIns="0" rIns="0" bIns="0" anchor="t"/>
          <a:lstStyle/>
          <a:p>
            <a:pPr marL="0" marR="0" indent="0" algn="l">
              <a:lnSpc>
                <a:spcPct val="100000"/>
              </a:lnSpc>
              <a:spcBef>
                <a:spcPts val="0"/>
              </a:spcBef>
              <a:spcAft>
                <a:spcPts val="0"/>
              </a:spcAft>
            </a:pPr>
            <a:endParaRPr/>
          </a:p>
        </p:txBody>
      </p:sp>
      <p:pic>
        <p:nvPicPr>
          <p:cNvPr id="4" name="図 12"/>
          <p:cNvPicPr/>
          <p:nvPr/>
        </p:nvPicPr>
        <p:blipFill>
          <a:blip r:embed="rId4"/>
          <a:stretch>
            <a:fillRect/>
          </a:stretch>
        </p:blipFill>
        <p:spPr>
          <a:xfrm>
            <a:off x="341330" y="547885"/>
            <a:ext cx="9399007" cy="4899291"/>
          </a:xfrm>
          <a:prstGeom prst="rect">
            <a:avLst/>
          </a:prstGeom>
          <a:ln>
            <a:noFill/>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1">
  <p:cSld name="Slide_11">
    <p:bg>
      <p:bgPr>
        <a:blipFill>
          <a:blip r:embed="rId3"/>
          <a:stretch>
            <a:fillRect/>
          </a:stretch>
        </a:blipFill>
        <a:effectLst/>
      </p:bgPr>
    </p:bg>
    <p:spTree>
      <p:nvGrpSpPr>
        <p:cNvPr id="1" name="noGroup"/>
        <p:cNvGrpSpPr/>
        <p:nvPr/>
      </p:nvGrpSpPr>
      <p:grpSpPr>
        <a:xfrm>
          <a:off x="0" y="0"/>
          <a:ext cx="0" cy="0"/>
          <a:chOff x="0" y="0"/>
          <a:chExt cx="0" cy="0"/>
        </a:xfrm>
      </p:grpSpPr>
      <p:sp>
        <p:nvSpPr>
          <p:cNvPr id="2" name="Title 1"/>
          <p:cNvSpPr txBox="1"/>
          <p:nvPr>
            <p:ph type="title" idx="4294967295"/>
          </p:nvPr>
        </p:nvSpPr>
        <p:spPr>
          <a:xfrm>
            <a:off x="644719" y="126820"/>
            <a:ext cx="8891439" cy="424773"/>
          </a:xfrm>
          <a:prstGeom prst="rect">
            <a:avLst/>
          </a:prstGeom>
          <a:noFill/>
          <a:ln>
            <a:noFill/>
          </a:ln>
          <a:effectLst/>
        </p:spPr>
        <p:txBody>
          <a:bodyPr lIns="91440" tIns="45720" rIns="91440" bIns="45720" anchor="b">
            <a:spAutoFit/>
          </a:bodyPr>
          <a:lstStyle/>
          <a:p>
            <a:pPr marL="0" marR="0" indent="0" algn="ctr">
              <a:lnSpc>
                <a:spcPct val="90000"/>
              </a:lnSpc>
              <a:spcBef>
                <a:spcPts val="400"/>
              </a:spcBef>
              <a:spcAft>
                <a:spcPts val="0"/>
              </a:spcAft>
            </a:pPr>
            <a:r>
              <a:rPr lang="en-US" sz="2400" b="1" u="none" strike="noStrike" cap="all" spc="0">
                <a:solidFill>
                  <a:srgbClr val="0D0D0D"/>
                </a:solidFill>
                <a:latin typeface="Arial"/>
                <a:cs typeface="Arial"/>
              </a:rPr>
              <a:t>7.</a:t>
            </a:r>
            <a:r>
              <a:rPr lang="en-US" sz="2400" b="1" u="none" strike="noStrike" cap="all" spc="0">
                <a:solidFill>
                  <a:srgbClr val="0D0D0D"/>
                </a:solidFill>
                <a:latin typeface="Arial"/>
                <a:cs typeface="Arial"/>
              </a:rPr>
              <a:t>改良方向</a:t>
            </a:r>
            <a:endParaRPr/>
          </a:p>
        </p:txBody>
      </p:sp>
      <p:sp>
        <p:nvSpPr>
          <p:cNvPr id="3" name="Content Placeholder 2"/>
          <p:cNvSpPr txBox="1"/>
          <p:nvPr>
            <p:ph idx="4294967295"/>
          </p:nvPr>
        </p:nvSpPr>
        <p:spPr>
          <a:xfrm>
            <a:off x="0" y="1092171"/>
            <a:ext cx="8891439" cy="1101890"/>
          </a:xfrm>
          <a:prstGeom prst="rect">
            <a:avLst/>
          </a:prstGeom>
          <a:solidFill>
            <a:srgbClr val="FFFFFF">
              <a:alpha val="73000"/>
            </a:srgbClr>
          </a:solidFill>
          <a:ln>
            <a:noFill/>
          </a:ln>
          <a:effectLst/>
        </p:spPr>
        <p:txBody>
          <a:bodyPr lIns="91440" tIns="45720" rIns="91440" bIns="45720" anchor="t">
            <a:spAutoFit/>
          </a:bodyPr>
          <a:lstStyle/>
          <a:p>
            <a:pPr marL="25400" marR="0" indent="0" algn="l">
              <a:lnSpc>
                <a:spcPct val="60000"/>
              </a:lnSpc>
              <a:spcBef>
                <a:spcPts val="600"/>
              </a:spcBef>
              <a:spcAft>
                <a:spcPts val="0"/>
              </a:spcAft>
            </a:pPr>
            <a:endParaRPr/>
          </a:p>
          <a:p>
            <a:pPr marL="25400" marR="0" indent="0" algn="l">
              <a:lnSpc>
                <a:spcPct val="60000"/>
              </a:lnSpc>
              <a:spcBef>
                <a:spcPts val="600"/>
              </a:spcBef>
              <a:spcAft>
                <a:spcPts val="0"/>
              </a:spcAft>
            </a:pPr>
            <a:r>
              <a:rPr lang="en-US" sz="2000" u="none" strike="noStrike" spc="28">
                <a:solidFill>
                  <a:srgbClr val="262626"/>
                </a:solidFill>
                <a:latin typeface="Comic Sans MS"/>
                <a:cs typeface="Comic Sans MS"/>
              </a:rPr>
              <a:t>1. </a:t>
            </a:r>
            <a:r>
              <a:rPr lang="ja-JP" sz="2000" u="none" strike="noStrike" spc="27">
                <a:solidFill>
                  <a:srgbClr val="262626"/>
                </a:solidFill>
                <a:latin typeface="Comic Sans MS"/>
                <a:cs typeface="Comic Sans MS"/>
              </a:rPr>
              <a:t>カメラの</a:t>
            </a:r>
            <a:r>
              <a:rPr lang="ja-JP" sz="2000" u="none" strike="noStrike" spc="28">
                <a:solidFill>
                  <a:srgbClr val="262626"/>
                </a:solidFill>
                <a:latin typeface="Comic Sans MS"/>
                <a:cs typeface="Comic Sans MS"/>
              </a:rPr>
              <a:t>リアルタイム処理</a:t>
            </a:r>
            <a:endParaRPr/>
          </a:p>
          <a:p>
            <a:pPr marL="25400" marR="0" indent="0" algn="l">
              <a:lnSpc>
                <a:spcPct val="60000"/>
              </a:lnSpc>
              <a:spcBef>
                <a:spcPts val="600"/>
              </a:spcBef>
              <a:spcAft>
                <a:spcPts val="0"/>
              </a:spcAft>
            </a:pPr>
            <a:r>
              <a:rPr lang="en-US" sz="2000" u="none" strike="noStrike" spc="28">
                <a:solidFill>
                  <a:srgbClr val="262626"/>
                </a:solidFill>
                <a:latin typeface="Comic Sans MS"/>
                <a:cs typeface="Comic Sans MS"/>
              </a:rPr>
              <a:t>2. AWS(Amazon Web Service) </a:t>
            </a:r>
            <a:r>
              <a:rPr lang="ja-JP" sz="2000" u="none" strike="noStrike" spc="28">
                <a:solidFill>
                  <a:srgbClr val="262626"/>
                </a:solidFill>
                <a:latin typeface="Comic Sans MS"/>
                <a:cs typeface="Comic Sans MS"/>
              </a:rPr>
              <a:t>にデプロイ、</a:t>
            </a:r>
            <a:r>
              <a:rPr lang="ja-JP" sz="2000" u="none" strike="noStrike" spc="28">
                <a:solidFill>
                  <a:srgbClr val="000000"/>
                </a:solidFill>
                <a:latin typeface="Comic Sans MS"/>
                <a:cs typeface="Comic Sans MS"/>
              </a:rPr>
              <a:t>ハードウェアの制限解除</a:t>
            </a:r>
            <a:endParaRPr/>
          </a:p>
          <a:p>
            <a:pPr marL="25400" marR="0" indent="0" algn="l">
              <a:lnSpc>
                <a:spcPct val="60000"/>
              </a:lnSpc>
              <a:spcBef>
                <a:spcPts val="600"/>
              </a:spcBef>
              <a:spcAft>
                <a:spcPts val="0"/>
              </a:spcAft>
            </a:pPr>
            <a:r>
              <a:rPr lang="en-US" sz="2000" u="none" strike="noStrike" spc="28">
                <a:solidFill>
                  <a:srgbClr val="262626"/>
                </a:solidFill>
                <a:latin typeface="Comic Sans MS"/>
                <a:cs typeface="Comic Sans MS"/>
              </a:rPr>
              <a:t>3. </a:t>
            </a:r>
            <a:r>
              <a:rPr lang="ja-JP" sz="2000" u="none" strike="noStrike" spc="28">
                <a:solidFill>
                  <a:srgbClr val="000000"/>
                </a:solidFill>
                <a:latin typeface="Comic Sans MS"/>
                <a:cs typeface="Comic Sans MS"/>
              </a:rPr>
              <a:t>他のサービスに組み込めるように、</a:t>
            </a:r>
            <a:r>
              <a:rPr lang="en-US" sz="2000" u="none" strike="noStrike" spc="28">
                <a:solidFill>
                  <a:srgbClr val="000000"/>
                </a:solidFill>
                <a:latin typeface="Comic Sans MS"/>
                <a:cs typeface="Comic Sans MS"/>
              </a:rPr>
              <a:t>API</a:t>
            </a:r>
            <a:r>
              <a:rPr lang="ja-JP" sz="2000" u="none" strike="noStrike" spc="28">
                <a:solidFill>
                  <a:srgbClr val="000000"/>
                </a:solidFill>
                <a:latin typeface="Comic Sans MS"/>
                <a:cs typeface="Comic Sans MS"/>
              </a:rPr>
              <a:t>のドキュメントを作成する。</a:t>
            </a:r>
            <a:endParaRPr/>
          </a:p>
        </p:txBody>
      </p:sp>
      <p:pic>
        <p:nvPicPr>
          <p:cNvPr id="4" name=""/>
          <p:cNvPicPr/>
          <p:nvPr/>
        </p:nvPicPr>
        <p:blipFill>
          <a:blip r:embed="rId4"/>
          <a:stretch>
            <a:fillRect/>
          </a:stretch>
        </p:blipFill>
        <p:spPr>
          <a:xfrm>
            <a:off x="823268" y="2734387"/>
            <a:ext cx="4078543" cy="2408968"/>
          </a:xfrm>
          <a:prstGeom prst="rect">
            <a:avLst/>
          </a:prstGeom>
          <a:ln>
            <a:noFill/>
          </a:ln>
          <a:effectLst/>
        </p:spPr>
      </p:pic>
      <p:pic>
        <p:nvPicPr>
          <p:cNvPr id="5" name=""/>
          <p:cNvPicPr/>
          <p:nvPr/>
        </p:nvPicPr>
        <p:blipFill>
          <a:blip r:embed="rId5"/>
          <a:stretch>
            <a:fillRect/>
          </a:stretch>
        </p:blipFill>
        <p:spPr>
          <a:xfrm>
            <a:off x="5090079" y="2734387"/>
            <a:ext cx="4200935" cy="2415447"/>
          </a:xfrm>
          <a:prstGeom prst="rect">
            <a:avLst/>
          </a:prstGeom>
          <a:ln>
            <a:noFill/>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1">
  <p:cSld name="Slide_12">
    <p:bg>
      <p:bgPr>
        <a:blipFill>
          <a:blip r:embed="rId3"/>
          <a:stretch>
            <a:fillRect/>
          </a:stretch>
        </a:blipFill>
        <a:effectLst/>
      </p:bgPr>
    </p:bg>
    <p:spTree>
      <p:nvGrpSpPr>
        <p:cNvPr id="1" name="noGroup"/>
        <p:cNvGrpSpPr/>
        <p:nvPr/>
      </p:nvGrpSpPr>
      <p:grpSpPr>
        <a:xfrm>
          <a:off x="0" y="0"/>
          <a:ext cx="0" cy="0"/>
          <a:chOff x="0" y="0"/>
          <a:chExt cx="0" cy="0"/>
        </a:xfrm>
      </p:grpSpPr>
      <p:sp>
        <p:nvSpPr>
          <p:cNvPr id="2" name="Title 1"/>
          <p:cNvSpPr txBox="1"/>
          <p:nvPr>
            <p:ph type="title" idx="4294967295"/>
          </p:nvPr>
        </p:nvSpPr>
        <p:spPr>
          <a:xfrm>
            <a:off x="488849" y="0"/>
            <a:ext cx="8891439" cy="591082"/>
          </a:xfrm>
          <a:prstGeom prst="rect">
            <a:avLst/>
          </a:prstGeom>
          <a:noFill/>
          <a:ln>
            <a:noFill/>
          </a:ln>
          <a:effectLst/>
        </p:spPr>
        <p:txBody>
          <a:bodyPr lIns="91440" tIns="45720" rIns="91440" bIns="45720" anchor="b">
            <a:spAutoFit/>
          </a:bodyPr>
          <a:lstStyle/>
          <a:p>
            <a:pPr marL="0" marR="0" indent="0" algn="ctr">
              <a:lnSpc>
                <a:spcPct val="90000"/>
              </a:lnSpc>
              <a:spcBef>
                <a:spcPts val="400"/>
              </a:spcBef>
              <a:spcAft>
                <a:spcPts val="0"/>
              </a:spcAft>
            </a:pPr>
            <a:r>
              <a:rPr lang="en-US" sz="3600" b="1" u="none" strike="noStrike" cap="all" spc="0">
                <a:solidFill>
                  <a:srgbClr val="0D0D0D"/>
                </a:solidFill>
                <a:latin typeface="Arial"/>
                <a:cs typeface="Arial"/>
              </a:rPr>
              <a:t> </a:t>
            </a:r>
            <a:r>
              <a:rPr lang="en-US" sz="2400" b="1" u="none" strike="noStrike" cap="all" spc="0">
                <a:solidFill>
                  <a:srgbClr val="0D0D0D"/>
                </a:solidFill>
                <a:latin typeface="Arial"/>
                <a:cs typeface="Arial"/>
              </a:rPr>
              <a:t>8.</a:t>
            </a:r>
            <a:r>
              <a:rPr lang="en-US" sz="2400" b="1" u="none" strike="noStrike" cap="all" spc="0">
                <a:solidFill>
                  <a:srgbClr val="0D0D0D"/>
                </a:solidFill>
                <a:latin typeface="Arial"/>
                <a:cs typeface="Arial"/>
              </a:rPr>
              <a:t>実際体験</a:t>
            </a:r>
            <a:endParaRPr/>
          </a:p>
        </p:txBody>
      </p:sp>
      <p:pic>
        <p:nvPicPr>
          <p:cNvPr id="3" name="">
            <a:hlinkClick r:id="" action="ppaction://media"/>
          </p:cNvPr>
          <p:cNvPicPr/>
          <p:nvPr>
            <a:videoFile r:link="rId6"/>
            <p:extLst>
              <p:ext uri="{DAA4B4D4-6D71-4841-9C94-3DE7FCFB9230}">
                <p14:media xmlns:p14="http://schemas.microsoft.com/office/powerpoint/2010/main" r:embed="rId5"/>
              </p:ext>
            </p:extLst>
          </p:nvPr>
        </p:nvPicPr>
        <p:blipFill>
          <a:blip r:embed="rId4"/>
          <a:stretch>
            <a:fillRect/>
          </a:stretch>
        </p:blipFill>
        <p:spPr>
          <a:xfrm rot="21600000">
            <a:off x="1377993" y="813188"/>
            <a:ext cx="7325538" cy="4226133"/>
          </a:xfrm>
          <a:prstGeom prst="rect">
            <a:avLst/>
          </a:prstGeom>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1">
  <p:cSld name="Slide_13">
    <p:bg>
      <p:bgPr>
        <a:blipFill>
          <a:blip r:embed="rId3"/>
          <a:stretch>
            <a:fillRect/>
          </a:stretch>
        </a:blipFill>
        <a:effectLst/>
      </p:bgPr>
    </p:bg>
    <p:spTree>
      <p:nvGrpSpPr>
        <p:cNvPr id="1" name="noGroup"/>
        <p:cNvGrpSpPr/>
        <p:nvPr/>
      </p:nvGrpSpPr>
      <p:grpSpPr>
        <a:xfrm>
          <a:off x="0" y="0"/>
          <a:ext cx="0" cy="0"/>
          <a:chOff x="0" y="0"/>
          <a:chExt cx="0" cy="0"/>
        </a:xfrm>
      </p:grpSpPr>
      <p:sp>
        <p:nvSpPr>
          <p:cNvPr id="2" name="Title 1"/>
          <p:cNvSpPr txBox="1"/>
          <p:nvPr>
            <p:ph type="title" idx="4294967295"/>
          </p:nvPr>
        </p:nvSpPr>
        <p:spPr>
          <a:xfrm>
            <a:off x="429452" y="229773"/>
            <a:ext cx="8891439" cy="590722"/>
          </a:xfrm>
          <a:prstGeom prst="rect">
            <a:avLst/>
          </a:prstGeom>
          <a:noFill/>
          <a:ln>
            <a:noFill/>
          </a:ln>
          <a:effectLst/>
        </p:spPr>
        <p:txBody>
          <a:bodyPr lIns="91440" tIns="45720" rIns="91440" bIns="45720" anchor="b">
            <a:spAutoFit/>
          </a:bodyPr>
          <a:lstStyle/>
          <a:p>
            <a:pPr marL="0" marR="0" indent="0" algn="ctr">
              <a:lnSpc>
                <a:spcPct val="90000"/>
              </a:lnSpc>
              <a:spcBef>
                <a:spcPts val="400"/>
              </a:spcBef>
              <a:spcAft>
                <a:spcPts val="0"/>
              </a:spcAft>
            </a:pPr>
            <a:r>
              <a:rPr lang="en-US" sz="3600" b="1" u="none" strike="noStrike" cap="all" spc="0">
                <a:solidFill>
                  <a:srgbClr val="0D0D0D"/>
                </a:solidFill>
                <a:latin typeface="Arial"/>
                <a:cs typeface="Arial"/>
              </a:rPr>
              <a:t>9.</a:t>
            </a:r>
            <a:r>
              <a:rPr lang="en-US" sz="3600" b="1" u="none" strike="noStrike" cap="all" spc="0">
                <a:solidFill>
                  <a:srgbClr val="0D0D0D"/>
                </a:solidFill>
                <a:latin typeface="Arial"/>
                <a:cs typeface="Arial"/>
              </a:rPr>
              <a:t>実際体験</a:t>
            </a:r>
            <a:endParaRPr/>
          </a:p>
        </p:txBody>
      </p:sp>
      <p:pic>
        <p:nvPicPr>
          <p:cNvPr id="3" name=""/>
          <p:cNvPicPr/>
          <p:nvPr/>
        </p:nvPicPr>
        <p:blipFill>
          <a:blip r:embed="rId4"/>
          <a:stretch>
            <a:fillRect/>
          </a:stretch>
        </p:blipFill>
        <p:spPr>
          <a:xfrm>
            <a:off x="3231516" y="1115569"/>
            <a:ext cx="3497179" cy="3790561"/>
          </a:xfrm>
          <a:prstGeom prst="rect">
            <a:avLst/>
          </a:prstGeom>
          <a:ln>
            <a:noFill/>
          </a:ln>
          <a:effectLst/>
        </p:spPr>
      </p:pic>
    </p:spTree>
  </p:cSld>
  <p:clrMapOvr>
    <a:masterClrMapping/>
  </p:clrMapOvr>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xml><?xml version="1.0" encoding="utf-8"?>
<a:theme xmlns:a="http://schemas.openxmlformats.org/drawingml/2006/main" xmlns:r="http://schemas.openxmlformats.org/officeDocument/2006/relationships" xmlns:p="http://schemas.openxmlformats.org/presentationml/2006/main" name="_Master1-Layout7-blank-白紙">
  <a:themeElements>
    <a:clrScheme name="_Master1-Layout7-blank-白紙">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_Master1-Layout7-blank-白紙">
      <a:majorFont>
        <a:latin typeface="Arial"/>
        <a:ea typeface="DejaVu Sans"/>
        <a:cs typeface="DejaVu Sans"/>
      </a:majorFont>
      <a:minorFont>
        <a:latin typeface="Arial"/>
        <a:ea typeface="DejaVu Sans"/>
        <a:cs typeface="DejaVu Sans"/>
      </a:minorFont>
    </a:fontScheme>
    <a:fmtScheme name="_Master1-Layout7-blank-白紙">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lumMod val="102000"/>
                <a:satMod val="103000"/>
                <a:tint val="94000"/>
              </a:schemeClr>
            </a:gs>
            <a:gs pos="50000">
              <a:schemeClr val="phClr">
                <a:lumMod val="100000"/>
                <a:satMod val="110000"/>
                <a:shade val="100000"/>
              </a:schemeClr>
            </a:gs>
            <a:gs pos="100000">
              <a:schemeClr val="phClr">
                <a:lumMod val="120000"/>
                <a:satMod val="99000"/>
                <a:shade val="78000"/>
              </a:schemeClr>
            </a:gs>
          </a:gsLst>
          <a:lin ang="5400000" scaled="0"/>
        </a:gradFill>
      </a:fillStyleLst>
      <a:lnStyleLst>
        <a:ln w="6350" cap="flat" cmpd="sng" algn="ctr">
          <a:solidFill>
            <a:schemeClr val="phClr"/>
          </a:solidFill>
          <a:miter lim="800000"/>
        </a:ln>
        <a:ln w="12700" cap="flat" cmpd="sng" algn="ctr">
          <a:solidFill>
            <a:schemeClr val="phClr"/>
          </a:solidFill>
          <a:miter lim="800000"/>
        </a:ln>
        <a:ln w="19050" cap="flat" cmpd="sng" algn="ctr">
          <a:solidFill>
            <a:schemeClr val="phClr"/>
          </a:solidFill>
          <a:miter lim="800000"/>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User Theme: 2">
  <a:themeElements>
    <a:clrScheme name="User Theme: 2">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User Theme: 2">
      <a:majorFont>
        <a:latin typeface="Arial"/>
        <a:ea typeface="DejaVu Sans"/>
        <a:cs typeface="DejaVu Sans"/>
      </a:majorFont>
      <a:minorFont>
        <a:latin typeface="Arial"/>
        <a:ea typeface="DejaVu Sans"/>
        <a:cs typeface="DejaVu Sans"/>
      </a:minorFont>
    </a:fontScheme>
    <a:fmtScheme name="User Theme: 2">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lumMod val="102000"/>
                <a:satMod val="103000"/>
                <a:tint val="94000"/>
              </a:schemeClr>
            </a:gs>
            <a:gs pos="50000">
              <a:schemeClr val="phClr">
                <a:lumMod val="100000"/>
                <a:satMod val="110000"/>
                <a:shade val="100000"/>
              </a:schemeClr>
            </a:gs>
            <a:gs pos="100000">
              <a:schemeClr val="phClr">
                <a:lumMod val="120000"/>
                <a:satMod val="99000"/>
                <a:shade val="78000"/>
              </a:schemeClr>
            </a:gs>
          </a:gsLst>
          <a:lin ang="5400000" scaled="0"/>
        </a:gradFill>
      </a:fillStyleLst>
      <a:lnStyleLst>
        <a:ln w="6350" cap="flat" cmpd="sng" algn="ctr">
          <a:solidFill>
            <a:schemeClr val="phClr"/>
          </a:solidFill>
          <a:miter lim="800000"/>
        </a:ln>
        <a:ln w="12700" cap="flat" cmpd="sng" algn="ctr">
          <a:solidFill>
            <a:schemeClr val="phClr"/>
          </a:solidFill>
          <a:miter lim="800000"/>
        </a:ln>
        <a:ln w="19050" cap="flat" cmpd="sng" algn="ctr">
          <a:solidFill>
            <a:schemeClr val="phClr"/>
          </a:solidFill>
          <a:miter lim="800000"/>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13</Slides>
  <Notes>13</Notes>
  <HiddenSlides>0</HiddenSlides>
  <MMClips>2</MMClips>
  <ScaleCrop>0</ScaleCrop>
  <HeadingPairs>
    <vt:vector size="4" baseType="variant">
      <vt:variant>
        <vt:lpstr>Theme</vt:lpstr>
      </vt:variant>
      <vt:variant>
        <vt:i4>1</vt:i4>
      </vt:variant>
      <vt:variant>
        <vt:lpstr>Slide Titles</vt:lpstr>
      </vt:variant>
      <vt:variant>
        <vt:i4>13</vt:i4>
      </vt:variant>
    </vt:vector>
  </HeadingPairs>
  <TitlesOfParts>
    <vt:vector size="14"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revision>1</cp:revision>
</cp:coreProperties>
</file>